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4" r:id="rId1"/>
  </p:sldMasterIdLst>
  <p:notesMasterIdLst>
    <p:notesMasterId r:id="rId27"/>
  </p:notesMasterIdLst>
  <p:sldIdLst>
    <p:sldId id="3039" r:id="rId2"/>
    <p:sldId id="3040" r:id="rId3"/>
    <p:sldId id="3041" r:id="rId4"/>
    <p:sldId id="3042" r:id="rId5"/>
    <p:sldId id="3043" r:id="rId6"/>
    <p:sldId id="256" r:id="rId7"/>
    <p:sldId id="258" r:id="rId8"/>
    <p:sldId id="259" r:id="rId9"/>
    <p:sldId id="3019" r:id="rId10"/>
    <p:sldId id="3020" r:id="rId11"/>
    <p:sldId id="3021" r:id="rId12"/>
    <p:sldId id="3022" r:id="rId13"/>
    <p:sldId id="3023" r:id="rId14"/>
    <p:sldId id="3024" r:id="rId15"/>
    <p:sldId id="3025" r:id="rId16"/>
    <p:sldId id="3027" r:id="rId17"/>
    <p:sldId id="3029" r:id="rId18"/>
    <p:sldId id="3030" r:id="rId19"/>
    <p:sldId id="3031" r:id="rId20"/>
    <p:sldId id="3032" r:id="rId21"/>
    <p:sldId id="3033" r:id="rId22"/>
    <p:sldId id="3034" r:id="rId23"/>
    <p:sldId id="3037" r:id="rId24"/>
    <p:sldId id="3036" r:id="rId25"/>
    <p:sldId id="304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4"/>
    <p:restoredTop sz="62917"/>
  </p:normalViewPr>
  <p:slideViewPr>
    <p:cSldViewPr snapToGrid="0">
      <p:cViewPr varScale="1">
        <p:scale>
          <a:sx n="120" d="100"/>
          <a:sy n="120" d="100"/>
        </p:scale>
        <p:origin x="3360" y="192"/>
      </p:cViewPr>
      <p:guideLst/>
    </p:cSldViewPr>
  </p:slideViewPr>
  <p:notesTextViewPr>
    <p:cViewPr>
      <p:scale>
        <a:sx n="1" d="1"/>
        <a:sy n="1" d="1"/>
      </p:scale>
      <p:origin x="0" y="0"/>
    </p:cViewPr>
  </p:notesTextViewPr>
  <p:notesViewPr>
    <p:cSldViewPr snapToGrid="0">
      <p:cViewPr varScale="1">
        <p:scale>
          <a:sx n="153" d="100"/>
          <a:sy n="153" d="100"/>
        </p:scale>
        <p:origin x="61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3A8AC-E101-7348-AB28-09443F802794}" type="datetimeFigureOut">
              <a:rPr kumimoji="1" lang="zh-CN" altLang="en-US" smtClean="0"/>
              <a:t>2026/7/10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297E0B-55EF-B24D-BF98-D530DE9DA4D6}" type="slidenum">
              <a:rPr kumimoji="1" lang="zh-CN" altLang="en-US" smtClean="0"/>
              <a:t>‹#›</a:t>
            </a:fld>
            <a:endParaRPr kumimoji="1" lang="zh-CN" altLang="en-US"/>
          </a:p>
        </p:txBody>
      </p:sp>
    </p:spTree>
    <p:extLst>
      <p:ext uri="{BB962C8B-B14F-4D97-AF65-F5344CB8AC3E}">
        <p14:creationId xmlns:p14="http://schemas.microsoft.com/office/powerpoint/2010/main" val="331885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封面</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年度总结汇报</a:t>
            </a:r>
            <a:r>
              <a:rPr kumimoji="1" lang="en-US" altLang="zh-CN" sz="1200" b="0" dirty="0">
                <a:solidFill>
                  <a:schemeClr val="bg1"/>
                </a:solidFill>
                <a:latin typeface="Alibaba PuHuiTi" pitchFamily="18" charset="-122"/>
                <a:ea typeface="Alibaba PuHuiTi" pitchFamily="18" charset="-122"/>
                <a:cs typeface="Alibaba PuHuiTi" pitchFamily="18" charset="-122"/>
              </a:rPr>
              <a:t>[4-16]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dirty="0">
                <a:solidFill>
                  <a:schemeClr val="bg1"/>
                </a:solidFill>
                <a:latin typeface="Alibaba PuHuiTi" pitchFamily="18" charset="-122"/>
                <a:ea typeface="Alibaba PuHuiTi" pitchFamily="18" charset="-122"/>
                <a:cs typeface="Alibaba PuHuiTi" pitchFamily="18" charset="-122"/>
              </a:rPr>
              <a:t>汇报人标记</a:t>
            </a:r>
            <a:r>
              <a:rPr kumimoji="1" lang="en-US" altLang="zh-CN" sz="1200" dirty="0">
                <a:solidFill>
                  <a:schemeClr val="bg1"/>
                </a:solidFill>
                <a:latin typeface="Alibaba PuHuiTi" pitchFamily="18" charset="-122"/>
                <a:ea typeface="Alibaba PuHuiTi" pitchFamily="18" charset="-122"/>
                <a:cs typeface="Alibaba PuHuiTi" pitchFamily="18" charset="-122"/>
              </a:rPr>
              <a:t>[4-8]</a:t>
            </a:r>
            <a:br>
              <a:rPr kumimoji="1" lang="en-US" altLang="zh-CN" sz="1200" dirty="0">
                <a:solidFill>
                  <a:schemeClr val="bg1"/>
                </a:solidFill>
                <a:latin typeface="Alibaba PuHuiTi" pitchFamily="18" charset="-122"/>
                <a:ea typeface="Alibaba PuHuiTi" pitchFamily="18" charset="-122"/>
                <a:cs typeface="Alibaba PuHuiTi" pitchFamily="18" charset="-122"/>
              </a:rPr>
            </a:b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lang="zh-CN" altLang="en-US" sz="1200" dirty="0">
                <a:solidFill>
                  <a:schemeClr val="bg1"/>
                </a:solidFill>
                <a:latin typeface="Alibaba PuHuiTi" pitchFamily="18" charset="-122"/>
                <a:ea typeface="Alibaba PuHuiTi" pitchFamily="18" charset="-122"/>
                <a:cs typeface="Alibaba PuHuiTi" pitchFamily="18" charset="-122"/>
              </a:rPr>
              <a:t>汇报时间标记</a:t>
            </a:r>
            <a:r>
              <a:rPr lang="en-US" altLang="zh-CN" sz="1200" dirty="0">
                <a:solidFill>
                  <a:schemeClr val="bg1"/>
                </a:solidFill>
                <a:latin typeface="Alibaba PuHuiTi" pitchFamily="18" charset="-122"/>
                <a:ea typeface="Alibaba PuHuiTi" pitchFamily="18" charset="-122"/>
                <a:cs typeface="Alibaba PuHuiTi" pitchFamily="18" charset="-122"/>
              </a:rPr>
              <a:t>[4-20]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D" altLang="zh-CN" sz="120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1</a:t>
            </a:fld>
            <a:endParaRPr kumimoji="1" lang="zh-CN" altLang="en-US"/>
          </a:p>
        </p:txBody>
      </p:sp>
    </p:spTree>
    <p:extLst>
      <p:ext uri="{BB962C8B-B14F-4D97-AF65-F5344CB8AC3E}">
        <p14:creationId xmlns:p14="http://schemas.microsoft.com/office/powerpoint/2010/main" val="4243542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封面</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年度总结汇报</a:t>
            </a:r>
            <a:r>
              <a:rPr kumimoji="1" lang="en-US" altLang="zh-CN" sz="1200" b="0" dirty="0">
                <a:solidFill>
                  <a:schemeClr val="bg1"/>
                </a:solidFill>
                <a:latin typeface="Alibaba PuHuiTi" pitchFamily="18" charset="-122"/>
                <a:ea typeface="Alibaba PuHuiTi" pitchFamily="18" charset="-122"/>
                <a:cs typeface="Alibaba PuHuiTi" pitchFamily="18" charset="-122"/>
              </a:rPr>
              <a:t>[4-16]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dirty="0">
                <a:solidFill>
                  <a:schemeClr val="bg1"/>
                </a:solidFill>
                <a:latin typeface="Alibaba PuHuiTi" pitchFamily="18" charset="-122"/>
                <a:ea typeface="Alibaba PuHuiTi" pitchFamily="18" charset="-122"/>
                <a:cs typeface="Alibaba PuHuiTi" pitchFamily="18" charset="-122"/>
              </a:rPr>
              <a:t>汇报人标记</a:t>
            </a:r>
            <a:r>
              <a:rPr kumimoji="1" lang="en-US" altLang="zh-CN" sz="1200" dirty="0">
                <a:solidFill>
                  <a:schemeClr val="bg1"/>
                </a:solidFill>
                <a:latin typeface="Alibaba PuHuiTi" pitchFamily="18" charset="-122"/>
                <a:ea typeface="Alibaba PuHuiTi" pitchFamily="18" charset="-122"/>
                <a:cs typeface="Alibaba PuHuiTi" pitchFamily="18" charset="-122"/>
              </a:rPr>
              <a:t>[4-8]</a:t>
            </a:r>
            <a:br>
              <a:rPr kumimoji="1" lang="en-US" altLang="zh-CN" sz="1200" dirty="0">
                <a:solidFill>
                  <a:schemeClr val="bg1"/>
                </a:solidFill>
                <a:latin typeface="Alibaba PuHuiTi" pitchFamily="18" charset="-122"/>
                <a:ea typeface="Alibaba PuHuiTi" pitchFamily="18" charset="-122"/>
                <a:cs typeface="Alibaba PuHuiTi" pitchFamily="18" charset="-122"/>
              </a:rPr>
            </a:b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文字组件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lang="zh-CN" altLang="en-US" sz="1200" dirty="0">
                <a:solidFill>
                  <a:schemeClr val="bg1"/>
                </a:solidFill>
                <a:latin typeface="Alibaba PuHuiTi" pitchFamily="18" charset="-122"/>
                <a:ea typeface="Alibaba PuHuiTi" pitchFamily="18" charset="-122"/>
                <a:cs typeface="Alibaba PuHuiTi" pitchFamily="18" charset="-122"/>
              </a:rPr>
              <a:t>汇报时间标记</a:t>
            </a:r>
            <a:r>
              <a:rPr lang="en-US" altLang="zh-CN" sz="1200" dirty="0">
                <a:solidFill>
                  <a:schemeClr val="bg1"/>
                </a:solidFill>
                <a:latin typeface="Alibaba PuHuiTi" pitchFamily="18" charset="-122"/>
                <a:ea typeface="Alibaba PuHuiTi" pitchFamily="18" charset="-122"/>
                <a:cs typeface="Alibaba PuHuiTi" pitchFamily="18" charset="-122"/>
              </a:rPr>
              <a:t>[4-20]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latin typeface="Alibaba PuHuiTi" pitchFamily="18" charset="-122"/>
                <a:ea typeface="Alibaba PuHuiTi" pitchFamily="18" charset="-122"/>
                <a:cs typeface="Alibaba PuHuiTi" pitchFamily="18" charset="-122"/>
              </a:rPr>
              <a:t>@</a:t>
            </a:r>
            <a:r>
              <a:rPr lang="zh-CN" altLang="en-US" sz="1200" dirty="0">
                <a:solidFill>
                  <a:schemeClr val="bg1"/>
                </a:solidFill>
                <a:latin typeface="Alibaba PuHuiTi" pitchFamily="18" charset="-122"/>
                <a:ea typeface="Alibaba PuHuiTi" pitchFamily="18" charset="-122"/>
                <a:cs typeface="Alibaba PuHuiTi" pitchFamily="18" charset="-122"/>
              </a:rPr>
              <a:t>图片组件</a:t>
            </a:r>
            <a:r>
              <a:rPr lang="en-US" altLang="zh-CN" sz="1200" dirty="0">
                <a:solidFill>
                  <a:schemeClr val="bg1"/>
                </a:solidFill>
                <a:latin typeface="Alibaba PuHuiTi" pitchFamily="18" charset="-122"/>
                <a:ea typeface="Alibaba PuHuiTi" pitchFamily="18" charset="-122"/>
                <a:cs typeface="Alibaba PuHuiTi" pitchFamily="18" charset="-122"/>
              </a:rPr>
              <a:t>-1</a:t>
            </a: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2</a:t>
            </a:fld>
            <a:endParaRPr kumimoji="1" lang="zh-CN" altLang="en-US"/>
          </a:p>
        </p:txBody>
      </p:sp>
    </p:spTree>
    <p:extLst>
      <p:ext uri="{BB962C8B-B14F-4D97-AF65-F5344CB8AC3E}">
        <p14:creationId xmlns:p14="http://schemas.microsoft.com/office/powerpoint/2010/main" val="4106115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目录</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白色数字黄色标记</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长度</a:t>
            </a:r>
            <a:r>
              <a:rPr kumimoji="1" lang="en-US" altLang="zh-CN" sz="1200" b="0" dirty="0">
                <a:solidFill>
                  <a:schemeClr val="bg1"/>
                </a:solidFill>
                <a:latin typeface="Alibaba PuHuiTi" pitchFamily="18" charset="-122"/>
                <a:ea typeface="Alibaba PuHuiTi" pitchFamily="18" charset="-122"/>
                <a:cs typeface="Alibaba PuHuiTi" pitchFamily="18" charset="-122"/>
              </a:rPr>
              <a:t>[3-5]</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12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dirty="0">
                <a:solidFill>
                  <a:schemeClr val="accent4"/>
                </a:solidFill>
              </a:rPr>
              <a:t>标题标记</a:t>
            </a:r>
            <a:r>
              <a:rPr kumimoji="1" lang="en-US" altLang="zh-CN" sz="1200" b="0" dirty="0">
                <a:solidFill>
                  <a:schemeClr val="bg1"/>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序号组件</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dirty="0">
              <a:solidFill>
                <a:schemeClr val="bg1"/>
              </a:solidFill>
              <a:latin typeface="Alibaba PuHuiTi" pitchFamily="18" charset="-122"/>
              <a:ea typeface="Alibaba PuHuiTi" pitchFamily="18" charset="-122"/>
              <a:cs typeface="Alibaba PuHuiTi" pitchFamily="18" charset="-122"/>
            </a:endParaRP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3</a:t>
            </a:fld>
            <a:endParaRPr kumimoji="1" lang="zh-CN" altLang="en-US"/>
          </a:p>
        </p:txBody>
      </p:sp>
    </p:spTree>
    <p:extLst>
      <p:ext uri="{BB962C8B-B14F-4D97-AF65-F5344CB8AC3E}">
        <p14:creationId xmlns:p14="http://schemas.microsoft.com/office/powerpoint/2010/main" val="166616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目录</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黄色方框居中蓝色文字</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长度</a:t>
            </a:r>
            <a:r>
              <a:rPr kumimoji="1" lang="en-US" altLang="zh-CN" sz="1200" b="0" dirty="0">
                <a:solidFill>
                  <a:schemeClr val="bg1"/>
                </a:solidFill>
                <a:latin typeface="Alibaba PuHuiTi" pitchFamily="18" charset="-122"/>
                <a:ea typeface="Alibaba PuHuiTi" pitchFamily="18" charset="-122"/>
                <a:cs typeface="Alibaba PuHuiTi" pitchFamily="18" charset="-122"/>
              </a:rPr>
              <a:t>[6]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12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dirty="0">
                <a:solidFill>
                  <a:schemeClr val="accent1"/>
                </a:solidFill>
                <a:latin typeface="Alibaba PuHuiTi" pitchFamily="18" charset="-122"/>
                <a:ea typeface="Alibaba PuHuiTi" pitchFamily="18" charset="-122"/>
                <a:cs typeface="Alibaba PuHuiTi" pitchFamily="18" charset="-122"/>
              </a:rPr>
              <a:t>标题标记</a:t>
            </a:r>
            <a:r>
              <a:rPr kumimoji="1" lang="en-US" altLang="zh-CN" sz="1200" b="0" dirty="0">
                <a:solidFill>
                  <a:schemeClr val="bg1"/>
                </a:solidFill>
                <a:latin typeface="Alibaba PuHuiTi" pitchFamily="18" charset="-122"/>
                <a:ea typeface="Alibaba PuHuiTi" pitchFamily="18" charset="-122"/>
                <a:cs typeface="Alibaba PuHuiTi" pitchFamily="18" charset="-122"/>
              </a:rPr>
              <a:t>[2-4]</a:t>
            </a:r>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4</a:t>
            </a:fld>
            <a:endParaRPr kumimoji="1" lang="zh-CN" altLang="en-US"/>
          </a:p>
        </p:txBody>
      </p:sp>
    </p:spTree>
    <p:extLst>
      <p:ext uri="{BB962C8B-B14F-4D97-AF65-F5344CB8AC3E}">
        <p14:creationId xmlns:p14="http://schemas.microsoft.com/office/powerpoint/2010/main" val="3370473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章节过渡页</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序号组件</a:t>
            </a:r>
            <a:r>
              <a:rPr kumimoji="1" lang="en-US" altLang="zh-CN" sz="1200" b="0" dirty="0">
                <a:solidFill>
                  <a:schemeClr val="bg1"/>
                </a:solidFill>
                <a:latin typeface="Alibaba PuHuiTi" pitchFamily="18" charset="-122"/>
                <a:ea typeface="Alibaba PuHuiTi" pitchFamily="18" charset="-122"/>
                <a:cs typeface="Alibaba PuHuiTi" pitchFamily="18" charset="-122"/>
              </a:rPr>
              <a: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章节过渡页标题</a:t>
            </a:r>
            <a:r>
              <a:rPr kumimoji="1" lang="en-US" altLang="zh-CN" sz="1200" b="0" dirty="0">
                <a:solidFill>
                  <a:schemeClr val="bg1"/>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dirty="0">
                <a:solidFill>
                  <a:schemeClr val="bg1"/>
                </a:solidFill>
                <a:latin typeface="Alibaba PuHuiTi" pitchFamily="18" charset="-122"/>
                <a:ea typeface="Alibaba PuHuiTi" pitchFamily="18" charset="-122"/>
                <a:cs typeface="Alibaba PuHuiTi" pitchFamily="18" charset="-122"/>
              </a:rPr>
              <a:t>概述标记</a:t>
            </a:r>
            <a:r>
              <a:rPr kumimoji="1" lang="en-US" altLang="zh-CN" sz="1200" dirty="0">
                <a:solidFill>
                  <a:schemeClr val="bg1"/>
                </a:solidFill>
                <a:latin typeface="Alibaba PuHuiTi" pitchFamily="18" charset="-122"/>
                <a:ea typeface="Alibaba PuHuiTi" pitchFamily="18" charset="-122"/>
                <a:cs typeface="Alibaba PuHuiTi" pitchFamily="18" charset="-122"/>
              </a:rPr>
              <a:t>[4-30]</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endParaRPr kumimoji="1" lang="zh-CN" altLang="en-US" dirty="0"/>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5</a:t>
            </a:fld>
            <a:endParaRPr kumimoji="1" lang="zh-CN" altLang="en-US"/>
          </a:p>
        </p:txBody>
      </p:sp>
    </p:spTree>
    <p:extLst>
      <p:ext uri="{BB962C8B-B14F-4D97-AF65-F5344CB8AC3E}">
        <p14:creationId xmlns:p14="http://schemas.microsoft.com/office/powerpoint/2010/main" val="376962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蓝色标题灰色方块内容</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t>这是标题</a:t>
            </a:r>
            <a:r>
              <a:rPr kumimoji="1" lang="en-US" altLang="zh-CN" sz="900" b="0" dirty="0">
                <a:solidFill>
                  <a:schemeClr val="bg1"/>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内容标记</a:t>
            </a:r>
            <a:r>
              <a:rPr lang="en-US" altLang="zh-CN" sz="900" dirty="0">
                <a:solidFill>
                  <a:srgbClr val="333333"/>
                </a:solidFill>
                <a:latin typeface="Alibaba PuHuiTi"/>
                <a:ea typeface="Alibaba PuHuiTi"/>
                <a:cs typeface="Alibaba PuHuiTi"/>
              </a:rPr>
              <a:t>[4-17]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四点并列</a:t>
            </a:r>
            <a:endParaRPr lang="en-US" altLang="zh-CN" sz="900" dirty="0">
              <a:solidFill>
                <a:srgbClr val="333333"/>
              </a:solidFill>
              <a:latin typeface="Alibaba PuHuiTi"/>
              <a:ea typeface="Alibaba PuHuiTi"/>
              <a:cs typeface="Alibaba PuHuiT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3"/>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蓝色标题配黑色文字解释左侧</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这是标题</a:t>
            </a:r>
            <a:r>
              <a:rPr lang="en-US" altLang="zh-CN" sz="900" dirty="0">
                <a:solidFill>
                  <a:srgbClr val="333333"/>
                </a:solidFill>
                <a:latin typeface="Alibaba PuHuiTi"/>
                <a:ea typeface="Alibaba PuHuiTi"/>
                <a:cs typeface="Alibaba PuHuiTi"/>
              </a:rPr>
              <a:t>[4-10]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a:ea typeface="Alibaba PuHuiTi"/>
                <a:cs typeface="Alibaba PuHuiTi"/>
              </a:rPr>
              <a:t>@@</a:t>
            </a:r>
            <a:r>
              <a:rPr lang="zh-CN" altLang="en-US" sz="900" dirty="0">
                <a:solidFill>
                  <a:srgbClr val="333333"/>
                </a:solidFill>
                <a:latin typeface="Alibaba PuHuiTi"/>
                <a:ea typeface="Alibaba PuHuiTi"/>
                <a:cs typeface="Alibaba PuHuiTi"/>
              </a:rPr>
              <a:t>文本组件</a:t>
            </a:r>
            <a:r>
              <a:rPr lang="en-US" altLang="zh-CN" sz="900" dirty="0">
                <a:solidFill>
                  <a:srgbClr val="333333"/>
                </a:solidFill>
                <a:latin typeface="Alibaba PuHuiTi"/>
                <a:ea typeface="Alibaba PuHuiTi"/>
                <a:cs typeface="Alibaba PuHuiTi"/>
              </a:rPr>
              <a:t>-</a:t>
            </a:r>
            <a:r>
              <a:rPr lang="zh-CN" altLang="en-US" sz="900" dirty="0">
                <a:latin typeface="Alibaba PuHuiTi" pitchFamily="18" charset="-122"/>
                <a:ea typeface="Alibaba PuHuiTi" pitchFamily="18" charset="-122"/>
                <a:cs typeface="Alibaba PuHuiTi" pitchFamily="18" charset="-122"/>
              </a:rPr>
              <a:t>内容内容内容内容内容内容内容内容内容内容</a:t>
            </a:r>
            <a:r>
              <a:rPr lang="en-US" altLang="zh-CN" sz="900" dirty="0">
                <a:effectLst/>
                <a:latin typeface="Alibaba PuHuiTi" pitchFamily="18" charset="-122"/>
                <a:ea typeface="Alibaba PuHuiTi" pitchFamily="18" charset="-122"/>
                <a:cs typeface="Alibaba PuHuiTi" pitchFamily="18" charset="-122"/>
              </a:rPr>
              <a:t>[10-65]</a:t>
            </a:r>
            <a:endParaRPr lang="en-US" altLang="zh-CN" sz="900" dirty="0">
              <a:solidFill>
                <a:srgbClr val="333333"/>
              </a:solidFill>
              <a:latin typeface="Alibaba PuHuiTi"/>
              <a:ea typeface="Alibaba PuHuiTi"/>
              <a:cs typeface="Alibaba PuHuiT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对比关系</a:t>
            </a:r>
            <a:endParaRPr lang="en-US" altLang="zh-CN" sz="900" dirty="0">
              <a:solidFill>
                <a:srgbClr val="333333"/>
              </a:solidFill>
              <a:latin typeface="Alibaba PuHuiTi"/>
              <a:ea typeface="Alibaba PuHuiTi"/>
              <a:cs typeface="Alibaba PuHuiT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4"/>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上边是圆形标题和</a:t>
            </a:r>
            <a:r>
              <a:rPr kumimoji="1" lang="en-US" altLang="zh-CN" sz="900" b="0" dirty="0">
                <a:solidFill>
                  <a:schemeClr val="bg1"/>
                </a:solidFill>
                <a:latin typeface="Alibaba PuHuiTi" pitchFamily="18" charset="-122"/>
                <a:ea typeface="Alibaba PuHuiTi" pitchFamily="18" charset="-122"/>
                <a:cs typeface="Alibaba PuHuiTi" pitchFamily="18" charset="-122"/>
              </a:rPr>
              <a:t>icon</a:t>
            </a:r>
            <a:r>
              <a:rPr kumimoji="1" lang="zh-CN" altLang="en-US" sz="900" b="0" dirty="0">
                <a:solidFill>
                  <a:schemeClr val="bg1"/>
                </a:solidFill>
                <a:latin typeface="Alibaba PuHuiTi" pitchFamily="18" charset="-122"/>
                <a:ea typeface="Alibaba PuHuiTi" pitchFamily="18" charset="-122"/>
                <a:cs typeface="Alibaba PuHuiTi" pitchFamily="18" charset="-122"/>
              </a:rPr>
              <a:t>，下方是灰色文本框和蓝色</a:t>
            </a:r>
            <a:r>
              <a:rPr kumimoji="1" lang="en-US" altLang="zh-CN" sz="900" b="0" dirty="0">
                <a:solidFill>
                  <a:schemeClr val="bg1"/>
                </a:solidFill>
                <a:latin typeface="Alibaba PuHuiTi" pitchFamily="18" charset="-122"/>
                <a:ea typeface="Alibaba PuHuiTi" pitchFamily="18" charset="-122"/>
                <a:cs typeface="Alibaba PuHuiTi" pitchFamily="18" charset="-122"/>
              </a:rPr>
              <a:t>TAG</a:t>
            </a:r>
            <a:r>
              <a:rPr kumimoji="1" lang="zh-CN" altLang="en-US" sz="900" b="0" dirty="0">
                <a:solidFill>
                  <a:schemeClr val="bg1"/>
                </a:solidFill>
                <a:latin typeface="Alibaba PuHuiTi" pitchFamily="18" charset="-122"/>
                <a:ea typeface="Alibaba PuHuiTi" pitchFamily="18" charset="-122"/>
                <a:cs typeface="Alibaba PuHuiTi" pitchFamily="18" charset="-122"/>
              </a:rPr>
              <a:t>框</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[3-4]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@@ICON</a:t>
            </a:r>
            <a:r>
              <a:rPr kumimoji="1" lang="zh-CN" altLang="en-US" sz="900" b="0" dirty="0">
                <a:solidFill>
                  <a:schemeClr val="bg1"/>
                </a:solidFill>
                <a:latin typeface="Alibaba PuHuiTi" pitchFamily="18" charset="-122"/>
                <a:ea typeface="Alibaba PuHuiTi" pitchFamily="18" charset="-122"/>
                <a:cs typeface="Alibaba PuHuiTi" pitchFamily="18" charset="-122"/>
              </a:rPr>
              <a:t>组件</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这是组件的标题</a:t>
            </a:r>
            <a:r>
              <a:rPr lang="en-US" altLang="zh-CN" sz="900" dirty="0">
                <a:solidFill>
                  <a:srgbClr val="333333"/>
                </a:solidFill>
                <a:latin typeface="Alibaba PuHuiTi"/>
                <a:ea typeface="Alibaba PuHuiTi"/>
                <a:cs typeface="Alibaba PuHuiTi"/>
              </a:rPr>
              <a:t>[4-11]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a:ea typeface="Alibaba PuHuiTi"/>
                <a:cs typeface="Alibaba PuHuiTi"/>
              </a:rPr>
              <a:t>@@</a:t>
            </a:r>
            <a:r>
              <a:rPr lang="zh-CN" altLang="en-US" sz="900" dirty="0">
                <a:solidFill>
                  <a:srgbClr val="333333"/>
                </a:solidFill>
                <a:latin typeface="Alibaba PuHuiTi"/>
                <a:ea typeface="Alibaba PuHuiTi"/>
                <a:cs typeface="Alibaba PuHuiTi"/>
              </a:rPr>
              <a:t>文本组件</a:t>
            </a:r>
            <a:r>
              <a:rPr lang="en-US" altLang="zh-CN" sz="900" dirty="0">
                <a:solidFill>
                  <a:srgbClr val="333333"/>
                </a:solidFill>
                <a:latin typeface="Alibaba PuHuiTi"/>
                <a:ea typeface="Alibaba PuHuiTi"/>
                <a:cs typeface="Alibaba PuHuiTi"/>
              </a:rPr>
              <a:t>-</a:t>
            </a:r>
            <a:r>
              <a:rPr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r>
              <a:rPr lang="en-US" altLang="zh-CN" sz="900" dirty="0">
                <a:effectLst/>
                <a:latin typeface="Alibaba PuHuiTi" pitchFamily="18" charset="-122"/>
                <a:ea typeface="Alibaba PuHuiTi" pitchFamily="18" charset="-122"/>
                <a:cs typeface="Alibaba PuHuiTi" pitchFamily="18" charset="-122"/>
              </a:rPr>
              <a:t>[80-270]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effectLst/>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文本组件</a:t>
            </a:r>
            <a:r>
              <a:rPr lang="en-US" altLang="zh-CN" sz="900" dirty="0">
                <a:solidFill>
                  <a:srgbClr val="333333"/>
                </a:solidFill>
                <a:effectLst/>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行业知识</a:t>
            </a:r>
            <a:r>
              <a:rPr lang="en-US" altLang="zh-CN" sz="900" dirty="0">
                <a:solidFill>
                  <a:srgbClr val="333333"/>
                </a:solidFill>
                <a:effectLst/>
                <a:latin typeface="Alibaba PuHuiTi" pitchFamily="18" charset="-122"/>
                <a:ea typeface="Alibaba PuHuiTi" pitchFamily="18" charset="-122"/>
                <a:cs typeface="Alibaba PuHuiTi" pitchFamily="18" charset="-122"/>
              </a:rPr>
              <a:t>[0-9]</a:t>
            </a:r>
            <a:endParaRPr lang="en-US" altLang="zh-CN" sz="900" dirty="0">
              <a:solidFill>
                <a:srgbClr val="333333"/>
              </a:solidFill>
              <a:latin typeface="Alibaba PuHuiTi"/>
              <a:ea typeface="Alibaba PuHuiTi"/>
              <a:cs typeface="Alibaba PuHuiT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5"/>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solidFill>
                  <a:schemeClr val="bg1"/>
                </a:solidFill>
                <a:latin typeface="Alibaba PuHuiTi" pitchFamily="18" charset="-122"/>
                <a:ea typeface="Alibaba PuHuiTi" pitchFamily="18" charset="-122"/>
                <a:cs typeface="Alibaba PuHuiTi" pitchFamily="18" charset="-122"/>
              </a:rPr>
              <a:t>递进说明一</a:t>
            </a:r>
            <a:r>
              <a:rPr kumimoji="1" lang="en-US" altLang="zh-CN" sz="900" b="0" dirty="0">
                <a:solidFill>
                  <a:schemeClr val="bg1"/>
                </a:solidFill>
                <a:latin typeface="Alibaba PuHuiTi" pitchFamily="18" charset="-122"/>
                <a:ea typeface="Alibaba PuHuiTi" pitchFamily="18" charset="-122"/>
                <a:cs typeface="Alibaba PuHuiTi" pitchFamily="18" charset="-122"/>
              </a:rPr>
              <a:t>[4-12]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solidFill>
                  <a:schemeClr val="bg1"/>
                </a:solidFill>
                <a:latin typeface="Alibaba PuHuiTi" pitchFamily="18" charset="-122"/>
                <a:ea typeface="Alibaba PuHuiTi" pitchFamily="18" charset="-122"/>
                <a:cs typeface="Alibaba PuHuiTi" pitchFamily="18" charset="-122"/>
              </a:rPr>
              <a:t>递进说明二</a:t>
            </a:r>
            <a:r>
              <a:rPr kumimoji="1" lang="en-US" altLang="zh-CN" sz="900" b="0" dirty="0">
                <a:solidFill>
                  <a:schemeClr val="bg1"/>
                </a:solidFill>
                <a:latin typeface="Alibaba PuHuiTi" pitchFamily="18" charset="-122"/>
                <a:ea typeface="Alibaba PuHuiTi" pitchFamily="18" charset="-122"/>
                <a:cs typeface="Alibaba PuHuiTi" pitchFamily="18" charset="-122"/>
              </a:rPr>
              <a:t>[4-12]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solidFill>
                  <a:schemeClr val="bg1"/>
                </a:solidFill>
                <a:latin typeface="Alibaba PuHuiTi" pitchFamily="18" charset="-122"/>
                <a:ea typeface="Alibaba PuHuiTi" pitchFamily="18" charset="-122"/>
                <a:cs typeface="Alibaba PuHuiTi" pitchFamily="18" charset="-122"/>
              </a:rPr>
              <a:t>递进说明三</a:t>
            </a:r>
            <a:r>
              <a:rPr kumimoji="1" lang="en-US" altLang="zh-CN" sz="900" b="0" dirty="0">
                <a:solidFill>
                  <a:schemeClr val="bg1"/>
                </a:solidFill>
                <a:latin typeface="Alibaba PuHuiTi" pitchFamily="18" charset="-122"/>
                <a:ea typeface="Alibaba PuHuiTi" pitchFamily="18" charset="-122"/>
                <a:cs typeface="Alibaba PuHuiTi" pitchFamily="18" charset="-122"/>
              </a:rPr>
              <a:t>[4-12]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蓝色标题带黑色描述性文字</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这是标题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en-US" altLang="zh-CN" sz="9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内容内容内容内容内容内容内容内容内容内容内容内容内容内容内容内容内容内容内容内容内容内容内容内容内容内容内容内容内容内容内容内容内容内容内容内容内容内容内容内容内容内容[80-147]</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6"/>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左边的白色</a:t>
            </a:r>
            <a:r>
              <a:rPr kumimoji="1" lang="en-US" altLang="zh-CN" sz="900" b="0" dirty="0">
                <a:solidFill>
                  <a:schemeClr val="bg1"/>
                </a:solidFill>
                <a:latin typeface="Alibaba PuHuiTi" pitchFamily="18" charset="-122"/>
                <a:ea typeface="Alibaba PuHuiTi" pitchFamily="18" charset="-122"/>
                <a:cs typeface="Alibaba PuHuiTi" pitchFamily="18" charset="-122"/>
              </a:rPr>
              <a:t>icon</a:t>
            </a:r>
            <a:r>
              <a:rPr kumimoji="1" lang="zh-CN" altLang="en-US" sz="900" b="0" dirty="0">
                <a:solidFill>
                  <a:schemeClr val="bg1"/>
                </a:solidFill>
                <a:latin typeface="Alibaba PuHuiTi" pitchFamily="18" charset="-122"/>
                <a:ea typeface="Alibaba PuHuiTi" pitchFamily="18" charset="-122"/>
                <a:cs typeface="Alibaba PuHuiTi" pitchFamily="18" charset="-122"/>
              </a:rPr>
              <a:t>右边的蓝色方框标题加黑色描述文字</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@@ICON</a:t>
            </a:r>
            <a:r>
              <a:rPr kumimoji="1" lang="zh-CN" altLang="en-US" sz="900" b="0" dirty="0">
                <a:solidFill>
                  <a:schemeClr val="bg1"/>
                </a:solidFill>
                <a:latin typeface="Alibaba PuHuiTi" pitchFamily="18" charset="-122"/>
                <a:ea typeface="Alibaba PuHuiTi" pitchFamily="18" charset="-122"/>
                <a:cs typeface="Alibaba PuHuiTi" pitchFamily="18" charset="-122"/>
              </a:rPr>
              <a:t>组件</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这是标题</a:t>
            </a:r>
            <a:r>
              <a:rPr kumimoji="1" lang="en-US" altLang="zh-CN" sz="900" b="0" dirty="0">
                <a:solidFill>
                  <a:schemeClr val="bg1"/>
                </a:solidFill>
                <a:latin typeface="Alibaba PuHuiTi" pitchFamily="18" charset="-122"/>
                <a:ea typeface="Alibaba PuHuiTi" pitchFamily="18" charset="-122"/>
                <a:cs typeface="Alibaba PuHuiTi" pitchFamily="18" charset="-122"/>
              </a:rPr>
              <a:t>[2-16]</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r>
              <a:rPr kumimoji="0" lang="en-US" altLang="zh-CN" sz="900" b="0" dirty="0">
                <a:solidFill>
                  <a:schemeClr val="tx1"/>
                </a:solidFill>
                <a:effectLst/>
                <a:latin typeface="Alibaba PuHuiTi" pitchFamily="18" charset="-122"/>
                <a:ea typeface="Alibaba PuHuiTi" pitchFamily="18" charset="-122"/>
                <a:cs typeface="Alibaba PuHuiTi" pitchFamily="18" charset="-122"/>
              </a:rPr>
              <a:t>[30-66]</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四层包含关系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7"/>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-Y</a:t>
            </a:r>
            <a:r>
              <a:rPr lang="zh-CN" altLang="en-US" sz="900" dirty="0">
                <a:solidFill>
                  <a:srgbClr val="333333"/>
                </a:solidFill>
                <a:latin typeface="Alibaba PuHuiTi" pitchFamily="18" charset="-122"/>
                <a:ea typeface="Alibaba PuHuiTi" pitchFamily="18" charset="-122"/>
                <a:cs typeface="Alibaba PuHuiTi" pitchFamily="18" charset="-122"/>
              </a:rPr>
              <a:t>轴说明</a:t>
            </a:r>
            <a:r>
              <a:rPr lang="en-US" altLang="zh-CN" sz="900" dirty="0">
                <a:solidFill>
                  <a:srgbClr val="333333"/>
                </a:solidFill>
                <a:latin typeface="Alibaba PuHuiTi" pitchFamily="18" charset="-122"/>
                <a:ea typeface="Alibaba PuHuiTi" pitchFamily="18" charset="-122"/>
                <a:cs typeface="Alibaba PuHuiTi" pitchFamily="18" charset="-122"/>
              </a:rPr>
              <a:t>[2-8]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-X</a:t>
            </a:r>
            <a:r>
              <a:rPr lang="zh-CN" altLang="en-US" sz="900" dirty="0">
                <a:solidFill>
                  <a:srgbClr val="333333"/>
                </a:solidFill>
                <a:latin typeface="Alibaba PuHuiTi" pitchFamily="18" charset="-122"/>
                <a:ea typeface="Alibaba PuHuiTi" pitchFamily="18" charset="-122"/>
                <a:cs typeface="Alibaba PuHuiTi" pitchFamily="18" charset="-122"/>
              </a:rPr>
              <a:t>轴说明</a:t>
            </a:r>
            <a:r>
              <a:rPr lang="en-US" altLang="zh-CN" sz="900" dirty="0">
                <a:solidFill>
                  <a:srgbClr val="333333"/>
                </a:solidFill>
                <a:latin typeface="Alibaba PuHuiTi" pitchFamily="18" charset="-122"/>
                <a:ea typeface="Alibaba PuHuiTi" pitchFamily="18" charset="-122"/>
                <a:cs typeface="Alibaba PuHuiTi" pitchFamily="18" charset="-122"/>
              </a:rPr>
              <a:t>[2-8]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总结性内容</a:t>
            </a:r>
            <a:r>
              <a:rPr lang="en-US" altLang="zh-CN" sz="900" dirty="0">
                <a:solidFill>
                  <a:srgbClr val="333333"/>
                </a:solidFill>
                <a:latin typeface="Alibaba PuHuiTi" pitchFamily="18" charset="-122"/>
                <a:ea typeface="Alibaba PuHuiTi" pitchFamily="18" charset="-122"/>
                <a:cs typeface="Alibaba PuHuiTi" pitchFamily="18" charset="-122"/>
              </a:rPr>
              <a:t>[4-27]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右上象限标题</a:t>
            </a:r>
            <a:r>
              <a:rPr lang="en-US" altLang="zh-CN" sz="900" dirty="0">
                <a:solidFill>
                  <a:srgbClr val="333333"/>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左上象限标题</a:t>
            </a:r>
            <a:r>
              <a:rPr lang="en-US" altLang="zh-CN" sz="900" dirty="0">
                <a:solidFill>
                  <a:srgbClr val="333333"/>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右下象限标题</a:t>
            </a:r>
            <a:r>
              <a:rPr lang="en-US" altLang="zh-CN" sz="900" dirty="0">
                <a:solidFill>
                  <a:srgbClr val="333333"/>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左下象限标题</a:t>
            </a:r>
            <a:r>
              <a:rPr lang="en-US" altLang="zh-CN" sz="900" dirty="0">
                <a:solidFill>
                  <a:srgbClr val="333333"/>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444444"/>
                </a:solidFill>
                <a:latin typeface="Alibaba PuHuiTi"/>
                <a:ea typeface="Alibaba PuHuiTi"/>
                <a:cs typeface="Alibaba PuHuiTi"/>
              </a:rPr>
              <a:t>替换为右上区域的描述内容</a:t>
            </a:r>
            <a:r>
              <a:rPr lang="en-US" altLang="zh-CN" sz="900" dirty="0">
                <a:solidFill>
                  <a:srgbClr val="444444"/>
                </a:solidFill>
                <a:latin typeface="Alibaba PuHuiTi"/>
                <a:ea typeface="Alibaba PuHuiTi"/>
                <a:cs typeface="Alibaba PuHuiTi"/>
              </a:rPr>
              <a:t>[5-48]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444444"/>
                </a:solidFill>
                <a:latin typeface="Alibaba PuHuiTi"/>
                <a:ea typeface="Alibaba PuHuiTi"/>
                <a:cs typeface="Alibaba PuHuiTi"/>
              </a:rPr>
              <a:t>替换为左上区域的描述内容</a:t>
            </a:r>
            <a:r>
              <a:rPr lang="en-US" altLang="zh-CN" sz="900" dirty="0">
                <a:solidFill>
                  <a:srgbClr val="444444"/>
                </a:solidFill>
                <a:latin typeface="Alibaba PuHuiTi"/>
                <a:ea typeface="Alibaba PuHuiTi"/>
                <a:cs typeface="Alibaba PuHuiTi"/>
              </a:rPr>
              <a:t>[5-48]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444444"/>
                </a:solidFill>
                <a:latin typeface="Alibaba PuHuiTi"/>
                <a:ea typeface="Alibaba PuHuiTi"/>
                <a:cs typeface="Alibaba PuHuiTi"/>
              </a:rPr>
              <a:t>替换为右下区域的描述内容</a:t>
            </a:r>
            <a:r>
              <a:rPr lang="en-US" altLang="zh-CN" sz="900" dirty="0">
                <a:solidFill>
                  <a:srgbClr val="444444"/>
                </a:solidFill>
                <a:latin typeface="Alibaba PuHuiTi"/>
                <a:ea typeface="Alibaba PuHuiTi"/>
                <a:cs typeface="Alibaba PuHuiTi"/>
              </a:rPr>
              <a:t>[5-48]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444444"/>
                </a:solidFill>
                <a:latin typeface="Alibaba PuHuiTi"/>
                <a:ea typeface="Alibaba PuHuiTi"/>
                <a:cs typeface="Alibaba PuHuiTi"/>
              </a:rPr>
              <a:t>替换为左下区域的描述内容</a:t>
            </a:r>
            <a:r>
              <a:rPr lang="en-US" altLang="zh-CN" sz="900" dirty="0">
                <a:solidFill>
                  <a:srgbClr val="444444"/>
                </a:solidFill>
                <a:latin typeface="Alibaba PuHuiTi"/>
                <a:ea typeface="Alibaba PuHuiTi"/>
                <a:cs typeface="Alibaba PuHuiTi"/>
              </a:rPr>
              <a:t>[5-48]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四象限</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8"/>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基础</a:t>
            </a:r>
            <a:r>
              <a:rPr lang="en-US" altLang="zh-CN" sz="900" dirty="0">
                <a:solidFill>
                  <a:srgbClr val="333333"/>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提升</a:t>
            </a:r>
            <a:r>
              <a:rPr lang="en-US" altLang="zh-CN" sz="900" dirty="0">
                <a:solidFill>
                  <a:srgbClr val="333333"/>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更好</a:t>
            </a:r>
            <a:r>
              <a:rPr lang="en-US" altLang="zh-CN" sz="900" dirty="0">
                <a:solidFill>
                  <a:srgbClr val="333333"/>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坚持</a:t>
            </a:r>
            <a:r>
              <a:rPr lang="en-US" altLang="zh-CN" sz="900" dirty="0">
                <a:solidFill>
                  <a:srgbClr val="333333"/>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结果</a:t>
            </a:r>
            <a:r>
              <a:rPr lang="en-US" altLang="zh-CN" sz="900" dirty="0">
                <a:solidFill>
                  <a:srgbClr val="333333"/>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这是基础层级的标题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effectLst/>
                <a:latin typeface="Alibaba PuHuiTi" pitchFamily="18" charset="-122"/>
                <a:ea typeface="Alibaba PuHuiTi" pitchFamily="18" charset="-122"/>
                <a:cs typeface="Alibaba PuHuiTi" pitchFamily="18" charset="-122"/>
              </a:rPr>
              <a:t>基础层级的描述</a:t>
            </a:r>
            <a:r>
              <a:rPr lang="en-US" altLang="zh-CN" sz="900" dirty="0">
                <a:solidFill>
                  <a:schemeClr val="tx1"/>
                </a:solidFill>
                <a:effectLst/>
                <a:latin typeface="Alibaba PuHuiTi" pitchFamily="18" charset="-122"/>
                <a:ea typeface="Alibaba PuHuiTi" pitchFamily="18" charset="-122"/>
                <a:cs typeface="Alibaba PuHuiTi" pitchFamily="18" charset="-122"/>
              </a:rPr>
              <a:t>[5-40]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这是提升层级的标题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提升</a:t>
            </a:r>
            <a:r>
              <a:rPr lang="zh-CN" altLang="en-US" sz="900" dirty="0">
                <a:effectLst/>
                <a:latin typeface="Alibaba PuHuiTi" pitchFamily="18" charset="-122"/>
                <a:ea typeface="Alibaba PuHuiTi" pitchFamily="18" charset="-122"/>
                <a:cs typeface="Alibaba PuHuiTi" pitchFamily="18" charset="-122"/>
              </a:rPr>
              <a:t>层级的描述</a:t>
            </a:r>
            <a:r>
              <a:rPr lang="en-US" altLang="zh-CN" sz="900" dirty="0">
                <a:solidFill>
                  <a:schemeClr val="tx1"/>
                </a:solidFill>
                <a:effectLst/>
                <a:latin typeface="Alibaba PuHuiTi" pitchFamily="18" charset="-122"/>
                <a:ea typeface="Alibaba PuHuiTi" pitchFamily="18" charset="-122"/>
                <a:cs typeface="Alibaba PuHuiTi" pitchFamily="18" charset="-122"/>
              </a:rPr>
              <a:t>[5-40]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这是更好层级的标题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更好</a:t>
            </a:r>
            <a:r>
              <a:rPr lang="zh-CN" altLang="en-US" sz="900" dirty="0">
                <a:effectLst/>
                <a:latin typeface="Alibaba PuHuiTi" pitchFamily="18" charset="-122"/>
                <a:ea typeface="Alibaba PuHuiTi" pitchFamily="18" charset="-122"/>
                <a:cs typeface="Alibaba PuHuiTi" pitchFamily="18" charset="-122"/>
              </a:rPr>
              <a:t>层级的描述</a:t>
            </a:r>
            <a:r>
              <a:rPr lang="en-US" altLang="zh-CN" sz="900" dirty="0">
                <a:solidFill>
                  <a:schemeClr val="tx1"/>
                </a:solidFill>
                <a:effectLst/>
                <a:latin typeface="Alibaba PuHuiTi" pitchFamily="18" charset="-122"/>
                <a:ea typeface="Alibaba PuHuiTi" pitchFamily="18" charset="-122"/>
                <a:cs typeface="Alibaba PuHuiTi" pitchFamily="18" charset="-122"/>
              </a:rPr>
              <a:t>[5-40]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这是坚持层级的标题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坚持</a:t>
            </a:r>
            <a:r>
              <a:rPr lang="zh-CN" altLang="en-US" sz="900" dirty="0">
                <a:effectLst/>
                <a:latin typeface="Alibaba PuHuiTi" pitchFamily="18" charset="-122"/>
                <a:ea typeface="Alibaba PuHuiTi" pitchFamily="18" charset="-122"/>
                <a:cs typeface="Alibaba PuHuiTi" pitchFamily="18" charset="-122"/>
              </a:rPr>
              <a:t>层级的描述</a:t>
            </a:r>
            <a:r>
              <a:rPr lang="en-US" altLang="zh-CN" sz="900" dirty="0">
                <a:solidFill>
                  <a:schemeClr val="tx1"/>
                </a:solidFill>
                <a:effectLst/>
                <a:latin typeface="Alibaba PuHuiTi" pitchFamily="18" charset="-122"/>
                <a:ea typeface="Alibaba PuHuiTi" pitchFamily="18" charset="-122"/>
                <a:cs typeface="Alibaba PuHuiTi" pitchFamily="18" charset="-122"/>
              </a:rPr>
              <a:t>[5-40]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这是结果层级的标题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effectLst/>
                <a:latin typeface="Alibaba PuHuiTi" pitchFamily="18" charset="-122"/>
                <a:ea typeface="Alibaba PuHuiTi" pitchFamily="18" charset="-122"/>
                <a:cs typeface="Alibaba PuHuiTi" pitchFamily="18" charset="-122"/>
              </a:rPr>
              <a:t>结果</a:t>
            </a:r>
            <a:r>
              <a:rPr lang="zh-CN" altLang="en-US" sz="900" dirty="0">
                <a:effectLst/>
                <a:latin typeface="Alibaba PuHuiTi" pitchFamily="18" charset="-122"/>
                <a:ea typeface="Alibaba PuHuiTi" pitchFamily="18" charset="-122"/>
                <a:cs typeface="Alibaba PuHuiTi" pitchFamily="18" charset="-122"/>
              </a:rPr>
              <a:t>层级的描述</a:t>
            </a:r>
            <a:r>
              <a:rPr lang="en-US" altLang="zh-CN" sz="900" dirty="0">
                <a:solidFill>
                  <a:schemeClr val="tx1"/>
                </a:solidFill>
                <a:effectLst/>
                <a:latin typeface="Alibaba PuHuiTi" pitchFamily="18" charset="-122"/>
                <a:ea typeface="Alibaba PuHuiTi" pitchFamily="18" charset="-122"/>
                <a:cs typeface="Alibaba PuHuiTi" pitchFamily="18" charset="-122"/>
              </a:rPr>
              <a:t>[5-40]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五层递进关系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9"/>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数字和箭头指向的文本框和标题框</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长度</a:t>
            </a:r>
            <a:r>
              <a:rPr kumimoji="1" lang="en-US" altLang="zh-CN" sz="900" b="0" dirty="0">
                <a:solidFill>
                  <a:schemeClr val="bg1"/>
                </a:solidFill>
                <a:latin typeface="Alibaba PuHuiTi" pitchFamily="18" charset="-122"/>
                <a:ea typeface="Alibaba PuHuiTi" pitchFamily="18" charset="-122"/>
                <a:cs typeface="Alibaba PuHuiTi" pitchFamily="18"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列表组件</a:t>
            </a:r>
            <a:r>
              <a:rPr kumimoji="1" lang="en-US" altLang="zh-CN" sz="900" b="0" dirty="0">
                <a:solidFill>
                  <a:schemeClr val="bg1"/>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序号组件</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这是标题</a:t>
            </a:r>
            <a:r>
              <a:rPr kumimoji="1" lang="en-US" altLang="zh-CN" sz="900" b="0" dirty="0">
                <a:solidFill>
                  <a:schemeClr val="bg1"/>
                </a:solidFill>
                <a:latin typeface="Alibaba PuHuiTi" pitchFamily="18" charset="-122"/>
                <a:ea typeface="Alibaba PuHuiTi" pitchFamily="18" charset="-122"/>
                <a:cs typeface="Alibaba PuHuiTi" pitchFamily="18" charset="-122"/>
              </a:rPr>
              <a:t>[2-10]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solidFill>
                  <a:srgbClr val="555555"/>
                </a:solidFill>
                <a:latin typeface="Alibaba PuHuiTi"/>
                <a:ea typeface="Alibaba PuHuiTi"/>
                <a:cs typeface="Alibaba PuHuiTi"/>
              </a:rPr>
              <a:t>替换为阶段说明</a:t>
            </a:r>
            <a:r>
              <a:rPr kumimoji="0" lang="en-US" altLang="zh-CN" sz="900" b="0" dirty="0">
                <a:solidFill>
                  <a:schemeClr val="tx1"/>
                </a:solidFill>
                <a:effectLst/>
                <a:latin typeface="Alibaba PuHuiTi" pitchFamily="18" charset="-122"/>
                <a:ea typeface="Alibaba PuHuiTi" pitchFamily="18" charset="-122"/>
                <a:cs typeface="Alibaba PuHuiTi" pitchFamily="18" charset="-122"/>
              </a:rPr>
              <a:t>[5-32]</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时间轴关系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0"/>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核心表述</a:t>
            </a:r>
            <a:r>
              <a:rPr lang="en-US" altLang="zh-CN" sz="900" dirty="0">
                <a:solidFill>
                  <a:srgbClr val="333333"/>
                </a:solidFill>
                <a:latin typeface="Alibaba PuHuiTi" pitchFamily="18" charset="-122"/>
                <a:ea typeface="Alibaba PuHuiTi" pitchFamily="18" charset="-122"/>
                <a:cs typeface="Alibaba PuHuiTi" pitchFamily="18" charset="-122"/>
              </a:rPr>
              <a:t>[2-12]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步骤一</a:t>
            </a:r>
            <a:r>
              <a:rPr lang="en-US" altLang="zh-CN" sz="900" dirty="0">
                <a:solidFill>
                  <a:srgbClr val="333333"/>
                </a:solidFill>
                <a:latin typeface="Alibaba PuHuiTi" pitchFamily="18" charset="-122"/>
                <a:ea typeface="Alibaba PuHuiTi" pitchFamily="18" charset="-122"/>
                <a:cs typeface="Alibaba PuHuiTi" pitchFamily="18" charset="-122"/>
              </a:rPr>
              <a:t>[2-3]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步骤二</a:t>
            </a:r>
            <a:r>
              <a:rPr lang="en-US" altLang="zh-CN" sz="900" dirty="0">
                <a:solidFill>
                  <a:srgbClr val="333333"/>
                </a:solidFill>
                <a:latin typeface="Alibaba PuHuiTi" pitchFamily="18" charset="-122"/>
                <a:ea typeface="Alibaba PuHuiTi" pitchFamily="18" charset="-122"/>
                <a:cs typeface="Alibaba PuHuiTi" pitchFamily="18" charset="-122"/>
              </a:rPr>
              <a:t>[2-3]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步骤三</a:t>
            </a:r>
            <a:r>
              <a:rPr lang="en-US" altLang="zh-CN" sz="900" dirty="0">
                <a:solidFill>
                  <a:srgbClr val="333333"/>
                </a:solidFill>
                <a:latin typeface="Alibaba PuHuiTi" pitchFamily="18" charset="-122"/>
                <a:ea typeface="Alibaba PuHuiTi" pitchFamily="18" charset="-122"/>
                <a:cs typeface="Alibaba PuHuiTi" pitchFamily="18" charset="-122"/>
              </a:rPr>
              <a:t>[2-3]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步骤四</a:t>
            </a:r>
            <a:r>
              <a:rPr lang="en-US" altLang="zh-CN" sz="900" dirty="0">
                <a:solidFill>
                  <a:srgbClr val="333333"/>
                </a:solidFill>
                <a:latin typeface="Alibaba PuHuiTi" pitchFamily="18" charset="-122"/>
                <a:ea typeface="Alibaba PuHuiTi" pitchFamily="18" charset="-122"/>
                <a:cs typeface="Alibaba PuHuiTi" pitchFamily="18" charset="-122"/>
              </a:rPr>
              <a:t>[2-3]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步骤一标题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步骤二标题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步骤三标题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步骤四标题</a:t>
            </a:r>
            <a:r>
              <a:rPr lang="en-US" altLang="zh-CN" sz="900" dirty="0">
                <a:solidFill>
                  <a:srgbClr val="333333"/>
                </a:solidFill>
                <a:latin typeface="Alibaba PuHuiTi" pitchFamily="18" charset="-122"/>
                <a:ea typeface="Alibaba PuHuiTi" pitchFamily="18" charset="-122"/>
                <a:cs typeface="Alibaba PuHuiTi" pitchFamily="18" charset="-122"/>
              </a:rPr>
              <a:t>[2-9]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步骤一内容内容内容内容内容内容内容内容</a:t>
            </a:r>
            <a:r>
              <a:rPr lang="en-US" altLang="zh-CN" sz="900" dirty="0">
                <a:latin typeface="Alibaba PuHuiTi" pitchFamily="18" charset="-122"/>
                <a:ea typeface="Alibaba PuHuiTi" pitchFamily="18" charset="-122"/>
                <a:cs typeface="Alibaba PuHuiTi" pitchFamily="18" charset="-122"/>
              </a:rPr>
              <a:t>[20-100]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步骤二内容内容内容内容内容内容内容内容</a:t>
            </a:r>
            <a:r>
              <a:rPr lang="en-US" altLang="zh-CN" sz="900" dirty="0">
                <a:latin typeface="Alibaba PuHuiTi" pitchFamily="18" charset="-122"/>
                <a:ea typeface="Alibaba PuHuiTi" pitchFamily="18" charset="-122"/>
                <a:cs typeface="Alibaba PuHuiTi" pitchFamily="18" charset="-122"/>
              </a:rPr>
              <a:t>[20-100]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步骤三内容内容内容内容内容内容内容内容</a:t>
            </a:r>
            <a:r>
              <a:rPr lang="en-US" altLang="zh-CN" sz="900" dirty="0">
                <a:latin typeface="Alibaba PuHuiTi" pitchFamily="18" charset="-122"/>
                <a:ea typeface="Alibaba PuHuiTi" pitchFamily="18" charset="-122"/>
                <a:cs typeface="Alibaba PuHuiTi" pitchFamily="18" charset="-122"/>
              </a:rPr>
              <a:t>[20-100]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步骤四内容内容内容内容内容内容内容内容</a:t>
            </a:r>
            <a:r>
              <a:rPr lang="en-US" altLang="zh-CN" sz="900" dirty="0">
                <a:latin typeface="Alibaba PuHuiTi" pitchFamily="18" charset="-122"/>
                <a:ea typeface="Alibaba PuHuiTi" pitchFamily="18" charset="-122"/>
                <a:cs typeface="Alibaba PuHuiTi" pitchFamily="18" charset="-122"/>
              </a:rPr>
              <a:t>[20-100]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四步循环关系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1"/>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核心表述</a:t>
            </a:r>
            <a:r>
              <a:rPr lang="en-US" altLang="zh-CN" sz="900" dirty="0">
                <a:solidFill>
                  <a:srgbClr val="333333"/>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左侧同色圆形和右侧同色标题框和下方描述</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长度</a:t>
            </a:r>
            <a:r>
              <a:rPr lang="en-US" altLang="zh-CN" sz="900" dirty="0">
                <a:solidFill>
                  <a:srgbClr val="333333"/>
                </a:solidFill>
                <a:latin typeface="Alibaba PuHuiTi" pitchFamily="18" charset="-122"/>
                <a:ea typeface="Alibaba PuHuiTi" pitchFamily="18" charset="-122"/>
                <a:cs typeface="Alibaba PuHuiTi" pitchFamily="18" charset="-122"/>
              </a:rPr>
              <a:t>[3]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@@ICON</a:t>
            </a:r>
            <a:r>
              <a:rPr lang="zh-CN" altLang="en-US" sz="900" dirty="0">
                <a:solidFill>
                  <a:srgbClr val="333333"/>
                </a:solidFill>
                <a:latin typeface="Alibaba PuHuiTi" pitchFamily="18" charset="-122"/>
                <a:ea typeface="Alibaba PuHuiTi" pitchFamily="18" charset="-122"/>
                <a:cs typeface="Alibaba PuHuiTi" pitchFamily="18" charset="-122"/>
              </a:rPr>
              <a:t>组件</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分点</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步骤</a:t>
            </a:r>
            <a:r>
              <a:rPr lang="en-US" altLang="zh-CN" sz="900" dirty="0">
                <a:solidFill>
                  <a:srgbClr val="333333"/>
                </a:solidFill>
                <a:latin typeface="Alibaba PuHuiTi" pitchFamily="18" charset="-122"/>
                <a:ea typeface="Alibaba PuHuiTi" pitchFamily="18" charset="-122"/>
                <a:cs typeface="Alibaba PuHuiTi" pitchFamily="18" charset="-122"/>
              </a:rPr>
              <a:t>[2-5]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分点标题</a:t>
            </a:r>
            <a:r>
              <a:rPr lang="en-US" altLang="zh-CN" sz="900" dirty="0">
                <a:solidFill>
                  <a:srgbClr val="333333"/>
                </a:solidFill>
                <a:latin typeface="Alibaba PuHuiTi" pitchFamily="18" charset="-122"/>
                <a:ea typeface="Alibaba PuHuiTi" pitchFamily="18" charset="-122"/>
                <a:cs typeface="Alibaba PuHuiTi" pitchFamily="18" charset="-122"/>
              </a:rPr>
              <a:t>[2-24]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r>
              <a:rPr lang="en-US" altLang="zh-CN" sz="900" dirty="0">
                <a:latin typeface="Alibaba PuHuiTi" pitchFamily="18" charset="-122"/>
                <a:ea typeface="Alibaba PuHuiTi" pitchFamily="18" charset="-122"/>
                <a:cs typeface="Alibaba PuHuiTi" pitchFamily="18" charset="-122"/>
              </a:rPr>
              <a:t>[40-138]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三步循环关系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总分关系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长度</a:t>
            </a:r>
            <a:r>
              <a:rPr lang="en-US" altLang="zh-CN" sz="900" dirty="0">
                <a:solidFill>
                  <a:srgbClr val="333333"/>
                </a:solidFill>
                <a:latin typeface="Alibaba PuHuiTi" pitchFamily="18" charset="-122"/>
                <a:ea typeface="Alibaba PuHuiTi" pitchFamily="18" charset="-122"/>
                <a:cs typeface="Alibaba PuHuiTi" pitchFamily="18" charset="-122"/>
              </a:rPr>
              <a:t>[3-5]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@@ICON</a:t>
            </a:r>
            <a:r>
              <a:rPr lang="zh-CN" altLang="en-US" sz="900" dirty="0">
                <a:solidFill>
                  <a:srgbClr val="333333"/>
                </a:solidFill>
                <a:latin typeface="Alibaba PuHuiTi" pitchFamily="18" charset="-122"/>
                <a:ea typeface="Alibaba PuHuiTi" pitchFamily="18" charset="-122"/>
                <a:cs typeface="Alibaba PuHuiTi" pitchFamily="18" charset="-122"/>
              </a:rPr>
              <a:t>组件</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标题</a:t>
            </a:r>
            <a:r>
              <a:rPr lang="en-US" altLang="zh-CN" sz="900" dirty="0">
                <a:solidFill>
                  <a:srgbClr val="333333"/>
                </a:solidFill>
                <a:latin typeface="Alibaba PuHuiTi" pitchFamily="18" charset="-122"/>
                <a:ea typeface="Alibaba PuHuiTi" pitchFamily="18" charset="-122"/>
                <a:cs typeface="Alibaba PuHuiTi" pitchFamily="18" charset="-122"/>
              </a:rPr>
              <a:t>[2-8]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核心表述</a:t>
            </a:r>
            <a:r>
              <a:rPr lang="en-US" altLang="zh-CN" sz="900" dirty="0">
                <a:solidFill>
                  <a:srgbClr val="333333"/>
                </a:solidFill>
                <a:latin typeface="Alibaba PuHuiTi" pitchFamily="18" charset="-122"/>
                <a:ea typeface="Alibaba PuHuiTi" pitchFamily="18" charset="-122"/>
                <a:cs typeface="Alibaba PuHuiTi" pitchFamily="18" charset="-122"/>
              </a:rPr>
              <a:t>[2-24]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r>
              <a:rPr lang="en-US" altLang="zh-CN" sz="900" dirty="0">
                <a:latin typeface="Alibaba PuHuiTi" pitchFamily="18" charset="-122"/>
                <a:ea typeface="Alibaba PuHuiTi" pitchFamily="18" charset="-122"/>
                <a:cs typeface="Alibaba PuHuiTi" pitchFamily="18" charset="-122"/>
              </a:rPr>
              <a:t>[40-143]</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并列关系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060BC-B24C-983E-B2AD-34BC050CE0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349205-EE3E-131D-B541-84DAF8886358}"/>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E8688183-CDCB-93B3-736A-1929DC08CE1D}"/>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努力</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前进</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得到</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成功</a:t>
            </a:r>
            <a:r>
              <a:rPr lang="en-US" altLang="zh-CN" sz="900" dirty="0">
                <a:solidFill>
                  <a:srgbClr val="333333"/>
                </a:solidFill>
                <a:latin typeface="Alibaba PuHuiTi" pitchFamily="18" charset="-122"/>
                <a:ea typeface="Alibaba PuHuiTi" pitchFamily="18" charset="-122"/>
                <a:cs typeface="Alibaba PuHuiTi" pitchFamily="18" charset="-122"/>
              </a:rPr>
              <a:t>[2]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左侧标题</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右侧标题</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左侧内容内容内容内容内容内容内容内容内容内容内容内容内容内容内容内容内容内容内容内容内容内容内容内容内容内容内容内容内容内容内容内容内容内容内容内容内容内容内容内容内容</a:t>
            </a:r>
            <a:r>
              <a:rPr lang="en-US" altLang="zh-CN" sz="900" dirty="0">
                <a:latin typeface="Alibaba PuHuiTi" pitchFamily="18" charset="-122"/>
                <a:ea typeface="Alibaba PuHuiTi" pitchFamily="18" charset="-122"/>
                <a:cs typeface="Alibaba PuHuiTi" pitchFamily="18" charset="-122"/>
              </a:rPr>
              <a:t>[80-320]</a:t>
            </a:r>
          </a:p>
          <a:p>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右侧内容内容内容内容内容内容内容内容内容内容内容内容内容内容内容内容内容内容内容内容内容内容内容内容内容内容内容内容内容内容内容内容内容内容内容内容内容内容内容内容内容</a:t>
            </a:r>
            <a:r>
              <a:rPr lang="en-US" altLang="zh-CN" sz="900" dirty="0">
                <a:latin typeface="Alibaba PuHuiTi" pitchFamily="18" charset="-122"/>
                <a:ea typeface="Alibaba PuHuiTi" pitchFamily="18" charset="-122"/>
                <a:cs typeface="Alibaba PuHuiTi" pitchFamily="18" charset="-122"/>
              </a:rPr>
              <a:t>[80-320]</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金字塔关系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四层递进关系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2614356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8C28A-EBA0-3F03-5D92-8E9D373186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B8766-24BE-842F-5964-2BE1F18AA1CD}"/>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528FCE00-FE5A-E093-2DD3-AE31A41D4AC3}"/>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一列带标题和核心说明和描述的整体</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长度</a:t>
            </a:r>
            <a:r>
              <a:rPr lang="en-US" altLang="zh-CN" sz="900" dirty="0">
                <a:solidFill>
                  <a:srgbClr val="333333"/>
                </a:solidFill>
                <a:latin typeface="Alibaba PuHuiTi" pitchFamily="18" charset="-122"/>
                <a:ea typeface="Alibaba PuHuiTi" pitchFamily="18" charset="-122"/>
                <a:cs typeface="Alibaba PuHuiTi" pitchFamily="18" charset="-122"/>
              </a:rPr>
              <a:t>[3-5]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列标题</a:t>
            </a:r>
            <a:r>
              <a:rPr lang="en-US" altLang="zh-CN" sz="900" dirty="0">
                <a:solidFill>
                  <a:srgbClr val="333333"/>
                </a:solidFill>
                <a:latin typeface="Alibaba PuHuiTi" pitchFamily="18" charset="-122"/>
                <a:ea typeface="Alibaba PuHuiTi" pitchFamily="18" charset="-122"/>
                <a:cs typeface="Alibaba PuHuiTi" pitchFamily="18" charset="-122"/>
              </a:rPr>
              <a:t>[2-12]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核心提示</a:t>
            </a:r>
            <a:r>
              <a:rPr lang="en-US" altLang="zh-CN" sz="900" dirty="0">
                <a:solidFill>
                  <a:srgbClr val="333333"/>
                </a:solidFill>
                <a:latin typeface="Alibaba PuHuiTi" pitchFamily="18" charset="-122"/>
                <a:ea typeface="Alibaba PuHuiTi" pitchFamily="18" charset="-122"/>
                <a:cs typeface="Alibaba PuHuiTi" pitchFamily="18" charset="-122"/>
              </a:rPr>
              <a:t>[2-12]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内容内容内容内容内容内容内容内容内容内容内容内容内容内容内容内容内容内容内容内容内容内容内容内容内容内容内容内容</a:t>
            </a:r>
            <a:r>
              <a:rPr lang="en-US" altLang="zh-CN" sz="900" dirty="0">
                <a:latin typeface="Alibaba PuHuiTi" panose="00020600040101010101" pitchFamily="18" charset="-122"/>
                <a:ea typeface="Alibaba PuHuiTi" panose="00020600040101010101" pitchFamily="18" charset="-122"/>
                <a:cs typeface="Alibaba PuHuiTi" panose="00020600040101010101" pitchFamily="18" charset="-122"/>
              </a:rPr>
              <a:t>[56-288]</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并列关系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778724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38D7-6FE6-C4B9-97D6-60BE3535F1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D934AB-8335-D16E-6542-907BE3597F65}"/>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0494418B-B8B5-6034-8BA5-C472A227A578}"/>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圆形大盘包含标题小标题加上小箭头分隔线</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长度</a:t>
            </a:r>
            <a:r>
              <a:rPr lang="en-US" altLang="zh-CN" sz="900" dirty="0">
                <a:solidFill>
                  <a:srgbClr val="333333"/>
                </a:solidFill>
                <a:latin typeface="Alibaba PuHuiTi" pitchFamily="18" charset="-122"/>
                <a:ea typeface="Alibaba PuHuiTi" pitchFamily="18" charset="-122"/>
                <a:cs typeface="Alibaba PuHuiTi" pitchFamily="18" charset="-122"/>
              </a:rPr>
              <a:t>[4-6]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列表组件</a:t>
            </a:r>
            <a:r>
              <a:rPr lang="en-US" altLang="zh-CN" sz="900" dirty="0">
                <a:solidFill>
                  <a:srgbClr val="333333"/>
                </a:solidFill>
                <a:latin typeface="Alibaba PuHuiTi" pitchFamily="18" charset="-122"/>
                <a:ea typeface="Alibaba PuHuiTi" pitchFamily="18" charset="-122"/>
                <a:cs typeface="Alibaba PuHuiTi" pitchFamily="18" charset="-122"/>
              </a:rPr>
              <a:t>-Item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@@ICON</a:t>
            </a:r>
            <a:r>
              <a:rPr lang="zh-CN" altLang="en-US" sz="900" dirty="0">
                <a:solidFill>
                  <a:srgbClr val="333333"/>
                </a:solidFill>
                <a:latin typeface="Alibaba PuHuiTi" pitchFamily="18" charset="-122"/>
                <a:ea typeface="Alibaba PuHuiTi" pitchFamily="18" charset="-122"/>
                <a:cs typeface="Alibaba PuHuiTi" pitchFamily="18" charset="-122"/>
              </a:rPr>
              <a:t>组件</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递进大标题</a:t>
            </a:r>
            <a:r>
              <a:rPr lang="en-US" altLang="zh-CN" sz="900" dirty="0">
                <a:solidFill>
                  <a:srgbClr val="333333"/>
                </a:solidFill>
                <a:latin typeface="Alibaba PuHuiTi" pitchFamily="18" charset="-122"/>
                <a:ea typeface="Alibaba PuHuiTi" pitchFamily="18" charset="-122"/>
                <a:cs typeface="Alibaba PuHuiTi" pitchFamily="18" charset="-122"/>
              </a:rPr>
              <a:t>[2-6]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递进小标题</a:t>
            </a:r>
            <a:r>
              <a:rPr lang="en-US" altLang="zh-CN" sz="900" dirty="0">
                <a:solidFill>
                  <a:srgbClr val="333333"/>
                </a:solidFill>
                <a:latin typeface="Alibaba PuHuiTi" pitchFamily="18" charset="-122"/>
                <a:ea typeface="Alibaba PuHuiTi" pitchFamily="18" charset="-122"/>
                <a:cs typeface="Alibaba PuHuiTi" pitchFamily="18" charset="-122"/>
              </a:rPr>
              <a:t>[5-35]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上边缘解释性内容</a:t>
            </a:r>
            <a:r>
              <a:rPr lang="en-US" altLang="zh-CN" sz="900" dirty="0">
                <a:solidFill>
                  <a:srgbClr val="333333"/>
                </a:solidFill>
                <a:latin typeface="Alibaba PuHuiTi" pitchFamily="18" charset="-122"/>
                <a:ea typeface="Alibaba PuHuiTi" pitchFamily="18" charset="-122"/>
                <a:cs typeface="Alibaba PuHuiTi" pitchFamily="18" charset="-122"/>
              </a:rPr>
              <a:t>[5-264]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文本组件</a:t>
            </a: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下边缘解释性内容</a:t>
            </a:r>
            <a:r>
              <a:rPr lang="en-US" altLang="zh-CN" sz="900" dirty="0">
                <a:solidFill>
                  <a:srgbClr val="333333"/>
                </a:solidFill>
                <a:latin typeface="Alibaba PuHuiTi" pitchFamily="18" charset="-122"/>
                <a:ea typeface="Alibaba PuHuiTi" pitchFamily="18" charset="-122"/>
                <a:cs typeface="Alibaba PuHuiTi" pitchFamily="18" charset="-122"/>
              </a:rPr>
              <a:t>[5-264]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递进关系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94575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1558-380C-7CA2-5B57-09E395F23D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99A84D-CF23-BB74-4A4C-136E48B0C68F}"/>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73CED5EE-CA00-1E50-6873-BD94E45A388C}"/>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遇到问题</a:t>
            </a:r>
            <a:r>
              <a:rPr kumimoji="1" lang="en-US" altLang="zh-CN" sz="900" b="0" dirty="0">
                <a:solidFill>
                  <a:schemeClr val="bg1"/>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解决方案</a:t>
            </a:r>
            <a:r>
              <a:rPr kumimoji="1" lang="en-US" altLang="zh-CN" sz="900" b="0" dirty="0">
                <a:solidFill>
                  <a:schemeClr val="bg1"/>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左边第一点标题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左边第二点标题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左边第三点标题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左一点内容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左二点内容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左三点内容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右边第一点标题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右边第二点标题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右边第三点标题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右一点内容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右二点内容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右三点内容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三点因果关系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891117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22477-0679-6134-52F4-D1983A7652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E3462A-3E33-5978-29B6-757714FAEDA4}"/>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D577DDAC-1FF7-BB67-BAE0-32793BBB041F}"/>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工作不足</a:t>
            </a:r>
            <a:r>
              <a:rPr kumimoji="1" lang="en-US" altLang="zh-CN" sz="900" b="0" dirty="0">
                <a:solidFill>
                  <a:schemeClr val="bg1"/>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改进措施</a:t>
            </a:r>
            <a:r>
              <a:rPr kumimoji="1" lang="en-US" altLang="zh-CN" sz="900" b="0" dirty="0">
                <a:solidFill>
                  <a:schemeClr val="bg1"/>
                </a:solidFill>
                <a:latin typeface="Alibaba PuHuiTi" pitchFamily="18" charset="-122"/>
                <a:ea typeface="Alibaba PuHuiTi" pitchFamily="18" charset="-122"/>
                <a:cs typeface="Alibaba PuHuiTi" pitchFamily="18" charset="-122"/>
              </a:rPr>
              <a:t>[2-4]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左边第一点标题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左边第二点标题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左边第三点标题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左一点内容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左二点内容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左三点内容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右边第一点标题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右边第二点标题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右边第三点标题</a:t>
            </a:r>
            <a:r>
              <a:rPr kumimoji="1" lang="en-US" altLang="zh-CN" sz="900" b="0" dirty="0">
                <a:solidFill>
                  <a:schemeClr val="bg1"/>
                </a:solidFill>
                <a:latin typeface="Alibaba PuHuiTi" pitchFamily="18" charset="-122"/>
                <a:ea typeface="Alibaba PuHuiTi" pitchFamily="18" charset="-122"/>
                <a:cs typeface="Alibaba PuHuiTi" pitchFamily="18" charset="-122"/>
              </a:rPr>
              <a:t>[4-8]</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右一点内容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右二点内容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右三点内容</a:t>
            </a:r>
            <a:r>
              <a:rPr kumimoji="1" lang="en-US" altLang="zh-CN" sz="900" b="0" dirty="0">
                <a:solidFill>
                  <a:schemeClr val="bg1"/>
                </a:solidFill>
                <a:latin typeface="Alibaba PuHuiTi" pitchFamily="18" charset="-122"/>
                <a:ea typeface="Alibaba PuHuiTi" pitchFamily="18" charset="-122"/>
                <a:cs typeface="Alibaba PuHuiTi" pitchFamily="18" charset="-122"/>
              </a:rPr>
              <a:t>[5-69]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三点对比关系</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862522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B4BA-FB30-7BB2-7B53-AD21DCEEDE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EAA28A-B9F7-F489-D010-CE24D8B5488B}"/>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9811C02E-8968-FF4B-F473-69D6A77F2EC0}"/>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标题</a:t>
            </a:r>
            <a:r>
              <a:rPr kumimoji="1" lang="en-US" altLang="zh-CN" sz="900" b="0" dirty="0">
                <a:solidFill>
                  <a:schemeClr val="bg1"/>
                </a:solidFill>
                <a:latin typeface="Alibaba PuHuiTi" pitchFamily="18" charset="-122"/>
                <a:ea typeface="Alibaba PuHuiTi" pitchFamily="18" charset="-122"/>
                <a:cs typeface="Alibaba PuHuiTi" pitchFamily="18" charset="-122"/>
              </a:rPr>
              <a:t>[2-13]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a:t>
            </a:r>
            <a:r>
              <a:rPr kumimoji="1" lang="en-US" altLang="zh-CN" sz="900" dirty="0">
                <a:latin typeface="Alibaba PuHuiTi" pitchFamily="18" charset="-122"/>
                <a:ea typeface="Alibaba PuHuiTi" pitchFamily="18" charset="-122"/>
                <a:cs typeface="Alibaba PuHuiTi" pitchFamily="18" charset="-122"/>
              </a:rPr>
              <a:t>[60-200]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图文</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extLst>
      <p:ext uri="{BB962C8B-B14F-4D97-AF65-F5344CB8AC3E}">
        <p14:creationId xmlns:p14="http://schemas.microsoft.com/office/powerpoint/2010/main" val="887009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DBF1-D8A4-2F0E-F02F-43B515DCAD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1B1776-3AF9-C285-C749-EE731E67A727}"/>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886DAD31-E68B-1F6E-E72D-ACF5C3586804}"/>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标题</a:t>
            </a:r>
            <a:r>
              <a:rPr kumimoji="1" lang="en-US" altLang="zh-CN" sz="900" b="0" dirty="0">
                <a:solidFill>
                  <a:schemeClr val="bg1"/>
                </a:solidFill>
                <a:latin typeface="Alibaba PuHuiTi" pitchFamily="18" charset="-122"/>
                <a:ea typeface="Alibaba PuHuiTi" pitchFamily="18" charset="-122"/>
                <a:cs typeface="Alibaba PuHuiTi" pitchFamily="18" charset="-122"/>
              </a:rPr>
              <a:t>[2-13]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latin typeface="Alibaba PuHuiTi" pitchFamily="18" charset="-122"/>
                <a:ea typeface="Alibaba PuHuiTi" pitchFamily="18" charset="-122"/>
                <a:cs typeface="Alibaba PuHuiTi" pitchFamily="18" charset="-122"/>
              </a:rPr>
              <a:t>内容内容内容内容内容内容内容内容内容内容内容内容内容内容</a:t>
            </a:r>
            <a:r>
              <a:rPr kumimoji="1" lang="en-US" altLang="zh-CN" sz="900" dirty="0">
                <a:latin typeface="Alibaba PuHuiTi" pitchFamily="18" charset="-122"/>
                <a:ea typeface="Alibaba PuHuiTi" pitchFamily="18" charset="-122"/>
                <a:cs typeface="Alibaba PuHuiTi" pitchFamily="18" charset="-122"/>
              </a:rPr>
              <a:t>[60-200]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图文</a:t>
            </a:r>
            <a:endParaRPr lang="en-US" altLang="zh-CN" sz="900" dirty="0">
              <a:solidFill>
                <a:srgbClr val="333333"/>
              </a:solidFill>
              <a:latin typeface="Alibaba PuHuiTi" pitchFamily="18" charset="-122"/>
              <a:ea typeface="Alibaba PuHuiTi" pitchFamily="18" charset="-122"/>
              <a:cs typeface="Alibaba PuHuiTi" pitchFamily="18" charset="-122"/>
            </a:endParaRPr>
          </a:p>
          <a:p>
            <a:endParaRPr lang="zh-CN" altLang="en-US" sz="900" dirty="0">
              <a:solidFill>
                <a:srgbClr val="333333"/>
              </a:solidFill>
              <a:latin typeface="Alibaba PuHuiTi"/>
              <a:ea typeface="Alibaba PuHuiTi"/>
              <a:cs typeface="Alibaba PuHuiTi"/>
            </a:endParaRPr>
          </a:p>
        </p:txBody>
      </p:sp>
    </p:spTree>
    <p:extLst>
      <p:ext uri="{BB962C8B-B14F-4D97-AF65-F5344CB8AC3E}">
        <p14:creationId xmlns:p14="http://schemas.microsoft.com/office/powerpoint/2010/main" val="50986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78A5-AF63-B654-4976-8E882F3D3A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6D7AB5-44EE-25D7-933A-2ED93B2D987D}"/>
              </a:ext>
            </a:extLst>
          </p:cNvPr>
          <p:cNvSpPr>
            <a:spLocks noGrp="1" noRot="1" noChangeAspect="1"/>
          </p:cNvSpPr>
          <p:nvPr>
            <p:ph type="sldImg" idx="1"/>
          </p:nvPr>
        </p:nvSpPr>
        <p:spPr>
          <a:xfrm>
            <a:off x="685800" y="685800"/>
            <a:ext cx="5486400" cy="3086100"/>
          </a:xfrm>
          <a:prstGeom prst="rect">
            <a:avLst/>
          </a:prstGeom>
        </p:spPr>
        <p:txBody>
          <a:bodyPr/>
          <a:lstStyle/>
          <a:p>
            <a:endParaRPr/>
          </a:p>
        </p:txBody>
      </p:sp>
      <p:sp>
        <p:nvSpPr>
          <p:cNvPr id="3" name="备注文本占位符 13">
            <a:extLst>
              <a:ext uri="{FF2B5EF4-FFF2-40B4-BE49-F238E27FC236}">
                <a16:creationId xmlns:a16="http://schemas.microsoft.com/office/drawing/2014/main" id="{154AE185-51CD-D54E-DB61-2661E7E144AD}"/>
              </a:ext>
            </a:extLst>
          </p:cNvPr>
          <p:cNvSpPr txBox="1">
            <a:spLocks noGrp="1"/>
          </p:cNvSpPr>
          <p:nvPr>
            <p:ph type="body" idx="2"/>
          </p:nvPr>
        </p:nvSpPr>
        <p:spPr>
          <a:xfrm>
            <a:off x="685800" y="4114800"/>
            <a:ext cx="5486400" cy="4114800"/>
          </a:xfrm>
          <a:prstGeom prst="rect">
            <a:avLst/>
          </a:prstGeom>
          <a:noFill/>
        </p:spPr>
        <p:txBody>
          <a:bodyPr wrap="square"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00" b="0" dirty="0">
                <a:solidFill>
                  <a:schemeClr val="bg1"/>
                </a:solidFill>
                <a:latin typeface="Alibaba PuHuiTi" pitchFamily="18" charset="-122"/>
                <a:ea typeface="Alibaba PuHuiTi" pitchFamily="18" charset="-122"/>
                <a:cs typeface="Alibaba PuHuiTi" pitchFamily="18" charset="-122"/>
              </a:rPr>
              <a:t>内容页</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属性</a:t>
            </a:r>
            <a:endParaRPr kumimoji="1" lang="en-US" altLang="zh-CN" sz="9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dirty="0">
                <a:solidFill>
                  <a:schemeClr val="accent1"/>
                </a:solidFill>
                <a:latin typeface="Alibaba PuHuiTi" pitchFamily="18" charset="-122"/>
                <a:ea typeface="Alibaba PuHuiTi" pitchFamily="18" charset="-122"/>
                <a:cs typeface="Alibaba PuHuiTi" pitchFamily="18" charset="-122"/>
              </a:rPr>
              <a:t>本页标题</a:t>
            </a:r>
            <a:r>
              <a:rPr kumimoji="1" lang="en-US" altLang="zh-CN" sz="900" b="0" dirty="0">
                <a:solidFill>
                  <a:schemeClr val="bg1"/>
                </a:solidFill>
                <a:latin typeface="Alibaba PuHuiTi" pitchFamily="18" charset="-122"/>
                <a:ea typeface="Alibaba PuHuiTi" pitchFamily="18" charset="-122"/>
                <a:cs typeface="Alibaba PuHuiTi" pitchFamily="18" charset="-122"/>
              </a:rPr>
              <a:t>[4-9]</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图片内容表述一</a:t>
            </a:r>
            <a:r>
              <a:rPr kumimoji="1" lang="en-US" altLang="zh-CN" sz="900" b="0" dirty="0">
                <a:solidFill>
                  <a:schemeClr val="bg1"/>
                </a:solidFill>
                <a:latin typeface="Alibaba PuHuiTi" pitchFamily="18" charset="-122"/>
                <a:ea typeface="Alibaba PuHuiTi" pitchFamily="18" charset="-122"/>
                <a:cs typeface="Alibaba PuHuiTi" pitchFamily="18" charset="-122"/>
              </a:rPr>
              <a:t>[13-70]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图片内容表述二</a:t>
            </a:r>
            <a:r>
              <a:rPr kumimoji="1" lang="en-US" altLang="zh-CN" sz="900" b="0" dirty="0">
                <a:solidFill>
                  <a:schemeClr val="bg1"/>
                </a:solidFill>
                <a:latin typeface="Alibaba PuHuiTi" pitchFamily="18" charset="-122"/>
                <a:ea typeface="Alibaba PuHuiTi" pitchFamily="18" charset="-122"/>
                <a:cs typeface="Alibaba PuHuiTi" pitchFamily="18" charset="-122"/>
              </a:rPr>
              <a:t>[13-70]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图片内容表述三</a:t>
            </a:r>
            <a:r>
              <a:rPr kumimoji="1" lang="en-US" altLang="zh-CN" sz="900" b="0" dirty="0">
                <a:solidFill>
                  <a:schemeClr val="bg1"/>
                </a:solidFill>
                <a:latin typeface="Alibaba PuHuiTi" pitchFamily="18" charset="-122"/>
                <a:ea typeface="Alibaba PuHuiTi" pitchFamily="18" charset="-122"/>
                <a:cs typeface="Alibaba PuHuiTi" pitchFamily="18" charset="-122"/>
              </a:rPr>
              <a:t>[13-70]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文本组件</a:t>
            </a: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lang="zh-CN" altLang="en-US" sz="900" dirty="0">
                <a:latin typeface="Alibaba PuHuiTi" pitchFamily="18" charset="-122"/>
                <a:ea typeface="Alibaba PuHuiTi" pitchFamily="18" charset="-122"/>
                <a:cs typeface="Alibaba PuHuiTi" pitchFamily="18" charset="-122"/>
              </a:rPr>
              <a:t>图片内容表述四</a:t>
            </a:r>
            <a:r>
              <a:rPr kumimoji="1" lang="en-US" altLang="zh-CN" sz="900" b="0" dirty="0">
                <a:solidFill>
                  <a:schemeClr val="bg1"/>
                </a:solidFill>
                <a:latin typeface="Alibaba PuHuiTi" pitchFamily="18" charset="-122"/>
                <a:ea typeface="Alibaba PuHuiTi" pitchFamily="18" charset="-122"/>
                <a:cs typeface="Alibaba PuHuiTi" pitchFamily="18" charset="-122"/>
              </a:rPr>
              <a:t>[13-70]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-3</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00" b="0" dirty="0">
                <a:solidFill>
                  <a:schemeClr val="bg1"/>
                </a:solidFill>
                <a:latin typeface="Alibaba PuHuiTi" pitchFamily="18" charset="-122"/>
                <a:ea typeface="Alibaba PuHuiTi" pitchFamily="18" charset="-122"/>
                <a:cs typeface="Alibaba PuHuiTi" pitchFamily="18" charset="-122"/>
              </a:rPr>
              <a:t>@</a:t>
            </a:r>
            <a:r>
              <a:rPr kumimoji="1" lang="zh-CN" altLang="en-US" sz="900" b="0" dirty="0">
                <a:solidFill>
                  <a:schemeClr val="bg1"/>
                </a:solidFill>
                <a:latin typeface="Alibaba PuHuiTi" pitchFamily="18" charset="-122"/>
                <a:ea typeface="Alibaba PuHuiTi" pitchFamily="18" charset="-122"/>
                <a:cs typeface="Alibaba PuHuiTi" pitchFamily="18" charset="-122"/>
              </a:rPr>
              <a:t>图片组件</a:t>
            </a:r>
            <a:r>
              <a:rPr kumimoji="1" lang="en-US" altLang="zh-CN" sz="900" b="0" dirty="0">
                <a:solidFill>
                  <a:schemeClr val="bg1"/>
                </a:solidFill>
                <a:latin typeface="Alibaba PuHuiTi" pitchFamily="18" charset="-122"/>
                <a:ea typeface="Alibaba PuHuiTi" pitchFamily="18" charset="-122"/>
                <a:cs typeface="Alibaba PuHuiTi" pitchFamily="18" charset="-122"/>
              </a:rPr>
              <a:t>-4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逻辑关系</a:t>
            </a:r>
            <a:endParaRPr lang="en-US" altLang="zh-CN" sz="900" dirty="0">
              <a:solidFill>
                <a:srgbClr val="333333"/>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dirty="0">
                <a:solidFill>
                  <a:srgbClr val="333333"/>
                </a:solidFill>
                <a:latin typeface="Alibaba PuHuiTi" pitchFamily="18" charset="-122"/>
                <a:ea typeface="Alibaba PuHuiTi" pitchFamily="18" charset="-122"/>
                <a:cs typeface="Alibaba PuHuiTi" pitchFamily="18" charset="-122"/>
              </a:rPr>
              <a:t>@</a:t>
            </a:r>
            <a:r>
              <a:rPr lang="zh-CN" altLang="en-US" sz="900" dirty="0">
                <a:solidFill>
                  <a:srgbClr val="333333"/>
                </a:solidFill>
                <a:latin typeface="Alibaba PuHuiTi" pitchFamily="18" charset="-122"/>
                <a:ea typeface="Alibaba PuHuiTi" pitchFamily="18" charset="-122"/>
                <a:cs typeface="Alibaba PuHuiTi" pitchFamily="18" charset="-122"/>
              </a:rPr>
              <a:t>四图文</a:t>
            </a:r>
            <a:endParaRPr lang="en-US" altLang="zh-CN" sz="900" dirty="0">
              <a:solidFill>
                <a:srgbClr val="333333"/>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564887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页面类型</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0" dirty="0">
                <a:solidFill>
                  <a:schemeClr val="bg1"/>
                </a:solidFill>
                <a:latin typeface="Alibaba PuHuiTi" pitchFamily="18" charset="-122"/>
                <a:ea typeface="Alibaba PuHuiTi" pitchFamily="18" charset="-122"/>
                <a:cs typeface="Alibaba PuHuiTi" pitchFamily="18" charset="-122"/>
              </a:rPr>
              <a:t>结尾页</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bg1"/>
                </a:solidFill>
                <a:latin typeface="Alibaba PuHuiTi" pitchFamily="18" charset="-122"/>
                <a:ea typeface="Alibaba PuHuiTi" pitchFamily="18" charset="-122"/>
                <a:cs typeface="Alibaba PuHuiTi" pitchFamily="18" charset="-122"/>
              </a:rPr>
              <a:t>#</a:t>
            </a:r>
            <a:r>
              <a:rPr kumimoji="1" lang="zh-CN" altLang="en-US" sz="1200" b="0" dirty="0">
                <a:solidFill>
                  <a:schemeClr val="bg1"/>
                </a:solidFill>
                <a:latin typeface="Alibaba PuHuiTi" pitchFamily="18" charset="-122"/>
                <a:ea typeface="Alibaba PuHuiTi" pitchFamily="18" charset="-122"/>
                <a:cs typeface="Alibaba PuHuiTi" pitchFamily="18" charset="-122"/>
              </a:rPr>
              <a:t>属性</a:t>
            </a:r>
            <a:endParaRPr kumimoji="1" lang="en-US" altLang="zh-CN" sz="1200" b="0" dirty="0">
              <a:solidFill>
                <a:schemeClr val="bg1"/>
              </a:solidFill>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文本组件</a:t>
            </a:r>
            <a:r>
              <a:rPr lang="en-US" altLang="zh-CN" sz="1200" dirty="0">
                <a:solidFill>
                  <a:srgbClr val="333333"/>
                </a:solidFill>
                <a:latin typeface="Alibaba PuHuiTi" pitchFamily="18" charset="-122"/>
                <a:ea typeface="Alibaba PuHuiTi" pitchFamily="18" charset="-122"/>
                <a:cs typeface="Alibaba PuHuiTi" pitchFamily="18" charset="-122"/>
              </a:rPr>
              <a:t>-</a:t>
            </a:r>
            <a:r>
              <a:rPr lang="zh-CN" altLang="en-US" sz="1200" dirty="0">
                <a:solidFill>
                  <a:srgbClr val="333333"/>
                </a:solidFill>
                <a:latin typeface="Alibaba PuHuiTi" pitchFamily="18" charset="-122"/>
                <a:ea typeface="Alibaba PuHuiTi" pitchFamily="18" charset="-122"/>
                <a:cs typeface="Alibaba PuHuiTi" pitchFamily="18" charset="-122"/>
              </a:rPr>
              <a:t>感谢观看</a:t>
            </a:r>
            <a:r>
              <a:rPr lang="en-US" altLang="zh-CN" sz="1200" dirty="0">
                <a:solidFill>
                  <a:srgbClr val="333333"/>
                </a:solidFill>
                <a:latin typeface="Alibaba PuHuiTi" pitchFamily="18" charset="-122"/>
                <a:ea typeface="Alibaba PuHuiTi" pitchFamily="18" charset="-122"/>
                <a:cs typeface="Alibaba PuHuiTi" pitchFamily="18" charset="-122"/>
              </a:rPr>
              <a:t>[2-8]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333333"/>
              </a:solidFill>
              <a:latin typeface="Alibaba PuHuiTi" pitchFamily="18" charset="-122"/>
              <a:ea typeface="Alibaba PuHuiTi" pitchFamily="18" charset="-122"/>
              <a:cs typeface="Alibaba PuHuiTi" pitchFamily="18" charset="-122"/>
            </a:endParaRPr>
          </a:p>
          <a:p>
            <a:endParaRPr kumimoji="1" lang="zh-CN" altLang="en-US" dirty="0"/>
          </a:p>
        </p:txBody>
      </p:sp>
      <p:sp>
        <p:nvSpPr>
          <p:cNvPr id="4" name="灯片编号占位符 3"/>
          <p:cNvSpPr>
            <a:spLocks noGrp="1"/>
          </p:cNvSpPr>
          <p:nvPr>
            <p:ph type="sldNum" sz="quarter" idx="5"/>
          </p:nvPr>
        </p:nvSpPr>
        <p:spPr/>
        <p:txBody>
          <a:bodyPr/>
          <a:lstStyle/>
          <a:p>
            <a:fld id="{86297E0B-55EF-B24D-BF98-D530DE9DA4D6}" type="slidenum">
              <a:rPr kumimoji="1" lang="zh-CN" altLang="en-US" smtClean="0"/>
              <a:t>25</a:t>
            </a:fld>
            <a:endParaRPr kumimoji="1" lang="zh-CN" altLang="en-US"/>
          </a:p>
        </p:txBody>
      </p:sp>
    </p:spTree>
    <p:extLst>
      <p:ext uri="{BB962C8B-B14F-4D97-AF65-F5344CB8AC3E}">
        <p14:creationId xmlns:p14="http://schemas.microsoft.com/office/powerpoint/2010/main" val="998239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612732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79525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983247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362815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157874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301655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01997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665458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991132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570670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12851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AE03B5-6B25-164E-9E14-FB115D8A3471}" type="datetimeFigureOut">
              <a:rPr kumimoji="1" lang="zh-CN" altLang="en-US" smtClean="0"/>
              <a:t>2026/7/10</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CA7228-CDC1-5444-830D-91A445EEA748}" type="slidenum">
              <a:rPr kumimoji="1" lang="zh-CN" altLang="en-US" smtClean="0"/>
              <a:t>‹#›</a:t>
            </a:fld>
            <a:endParaRPr kumimoji="1" lang="zh-CN" altLang="en-US"/>
          </a:p>
        </p:txBody>
      </p:sp>
    </p:spTree>
    <p:extLst>
      <p:ext uri="{BB962C8B-B14F-4D97-AF65-F5344CB8AC3E}">
        <p14:creationId xmlns:p14="http://schemas.microsoft.com/office/powerpoint/2010/main" val="2961417594"/>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80A6AEF-8D6C-E618-57FB-A689BE5C3BAD}"/>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燕尾形 4">
            <a:extLst>
              <a:ext uri="{FF2B5EF4-FFF2-40B4-BE49-F238E27FC236}">
                <a16:creationId xmlns:a16="http://schemas.microsoft.com/office/drawing/2014/main" id="{C628F5EB-A619-9F5D-C6C5-0DE5434B5F56}"/>
              </a:ext>
            </a:extLst>
          </p:cNvPr>
          <p:cNvSpPr/>
          <p:nvPr/>
        </p:nvSpPr>
        <p:spPr>
          <a:xfrm>
            <a:off x="464473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燕尾形 5">
            <a:extLst>
              <a:ext uri="{FF2B5EF4-FFF2-40B4-BE49-F238E27FC236}">
                <a16:creationId xmlns:a16="http://schemas.microsoft.com/office/drawing/2014/main" id="{BAECE688-C103-F6E6-54C5-D9C7F21AE30D}"/>
              </a:ext>
            </a:extLst>
          </p:cNvPr>
          <p:cNvSpPr/>
          <p:nvPr/>
        </p:nvSpPr>
        <p:spPr>
          <a:xfrm>
            <a:off x="676309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BD897E12-1676-7E1D-CBC3-BC7F2D435847}"/>
              </a:ext>
            </a:extLst>
          </p:cNvPr>
          <p:cNvSpPr/>
          <p:nvPr/>
        </p:nvSpPr>
        <p:spPr>
          <a:xfrm>
            <a:off x="888145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文本框 8">
            <a:extLst>
              <a:ext uri="{FF2B5EF4-FFF2-40B4-BE49-F238E27FC236}">
                <a16:creationId xmlns:a16="http://schemas.microsoft.com/office/drawing/2014/main" id="{8CD0E28D-14BC-4DEA-05EC-A00381045C68}"/>
              </a:ext>
            </a:extLst>
          </p:cNvPr>
          <p:cNvSpPr txBox="1"/>
          <p:nvPr/>
        </p:nvSpPr>
        <p:spPr>
          <a:xfrm>
            <a:off x="549997" y="5471160"/>
            <a:ext cx="5087895" cy="400110"/>
          </a:xfrm>
          <a:prstGeom prst="rect">
            <a:avLst/>
          </a:prstGeom>
          <a:noFill/>
        </p:spPr>
        <p:txBody>
          <a:bodyPr wrap="square" rtlCol="0">
            <a:spAutoFit/>
          </a:bodyPr>
          <a:lstStyle/>
          <a:p>
            <a:r>
              <a:rPr kumimoji="1" lang="zh-CN" altLang="en-US" sz="2000" dirty="0">
                <a:solidFill>
                  <a:schemeClr val="bg1"/>
                </a:solidFill>
                <a:latin typeface="Alibaba PuHuiTi" pitchFamily="18" charset="-122"/>
                <a:ea typeface="Alibaba PuHuiTi" pitchFamily="18" charset="-122"/>
                <a:cs typeface="Alibaba PuHuiTi" pitchFamily="18" charset="-122"/>
              </a:rPr>
              <a:t>汇报人标记</a:t>
            </a:r>
          </a:p>
        </p:txBody>
      </p:sp>
      <p:sp>
        <p:nvSpPr>
          <p:cNvPr id="13" name="燕尾形 12">
            <a:extLst>
              <a:ext uri="{FF2B5EF4-FFF2-40B4-BE49-F238E27FC236}">
                <a16:creationId xmlns:a16="http://schemas.microsoft.com/office/drawing/2014/main" id="{F3ACEF6B-93AB-23C0-AF5F-083275E3F445}"/>
              </a:ext>
            </a:extLst>
          </p:cNvPr>
          <p:cNvSpPr/>
          <p:nvPr/>
        </p:nvSpPr>
        <p:spPr>
          <a:xfrm>
            <a:off x="2526377" y="110490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1" name="直线连接符 10">
            <a:extLst>
              <a:ext uri="{FF2B5EF4-FFF2-40B4-BE49-F238E27FC236}">
                <a16:creationId xmlns:a16="http://schemas.microsoft.com/office/drawing/2014/main" id="{542E1218-164E-FC00-02CF-0788BF2C621B}"/>
              </a:ext>
            </a:extLst>
          </p:cNvPr>
          <p:cNvCxnSpPr/>
          <p:nvPr/>
        </p:nvCxnSpPr>
        <p:spPr>
          <a:xfrm>
            <a:off x="549997" y="667265"/>
            <a:ext cx="2248930" cy="0"/>
          </a:xfrm>
          <a:prstGeom prst="line">
            <a:avLst/>
          </a:prstGeom>
          <a:ln w="47625" cmpd="sng">
            <a:solidFill>
              <a:schemeClr val="accent4"/>
            </a:solidFill>
            <a:prstDash val="lgDashDotDot"/>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61D2553-8BC3-992D-15DE-66B84AFC3A1A}"/>
              </a:ext>
            </a:extLst>
          </p:cNvPr>
          <p:cNvSpPr txBox="1"/>
          <p:nvPr/>
        </p:nvSpPr>
        <p:spPr>
          <a:xfrm>
            <a:off x="549997" y="1386840"/>
            <a:ext cx="9115626" cy="1446550"/>
          </a:xfrm>
          <a:prstGeom prst="rect">
            <a:avLst/>
          </a:prstGeom>
          <a:noFill/>
        </p:spPr>
        <p:txBody>
          <a:bodyPr wrap="square" rtlCol="0">
            <a:spAutoFit/>
          </a:bodyPr>
          <a:lstStyle/>
          <a:p>
            <a:r>
              <a:rPr kumimoji="1" lang="zh-CN" altLang="en-US" sz="8800" b="1" dirty="0">
                <a:solidFill>
                  <a:schemeClr val="bg1"/>
                </a:solidFill>
                <a:latin typeface="Alibaba PuHuiTi" pitchFamily="18" charset="-122"/>
                <a:ea typeface="Alibaba PuHuiTi" pitchFamily="18" charset="-122"/>
                <a:cs typeface="Alibaba PuHuiTi" pitchFamily="18" charset="-122"/>
              </a:rPr>
              <a:t>年度总结汇报</a:t>
            </a:r>
          </a:p>
        </p:txBody>
      </p:sp>
      <p:sp>
        <p:nvSpPr>
          <p:cNvPr id="15" name="文本框 14">
            <a:extLst>
              <a:ext uri="{FF2B5EF4-FFF2-40B4-BE49-F238E27FC236}">
                <a16:creationId xmlns:a16="http://schemas.microsoft.com/office/drawing/2014/main" id="{DE83D633-0EDD-21F1-FE0E-FFF1875009EB}"/>
              </a:ext>
            </a:extLst>
          </p:cNvPr>
          <p:cNvSpPr txBox="1"/>
          <p:nvPr/>
        </p:nvSpPr>
        <p:spPr>
          <a:xfrm>
            <a:off x="549997" y="6017985"/>
            <a:ext cx="5087895" cy="400110"/>
          </a:xfrm>
          <a:prstGeom prst="rect">
            <a:avLst/>
          </a:prstGeom>
          <a:noFill/>
        </p:spPr>
        <p:txBody>
          <a:bodyPr wrap="square" rtlCol="0">
            <a:spAutoFit/>
          </a:bodyPr>
          <a:lstStyle/>
          <a:p>
            <a:pPr lvl="0" defTabSz="914400">
              <a:defRPr/>
            </a:pPr>
            <a:r>
              <a:rPr lang="zh-CN" altLang="en-US" sz="2000" dirty="0">
                <a:solidFill>
                  <a:schemeClr val="bg1"/>
                </a:solidFill>
                <a:latin typeface="Alibaba PuHuiTi" pitchFamily="18" charset="-122"/>
                <a:ea typeface="Alibaba PuHuiTi" pitchFamily="18" charset="-122"/>
                <a:cs typeface="Alibaba PuHuiTi" pitchFamily="18" charset="-122"/>
              </a:rPr>
              <a:t>汇报时间标记</a:t>
            </a:r>
            <a:endParaRPr lang="en-ID" altLang="zh-CN" sz="2000" dirty="0">
              <a:solidFill>
                <a:schemeClr val="bg1"/>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726445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C5048F92-B304-0CED-B8EE-3A0414A2F7B4}"/>
              </a:ext>
            </a:extLst>
          </p:cNvPr>
          <p:cNvSpPr/>
          <p:nvPr/>
        </p:nvSpPr>
        <p:spPr>
          <a:xfrm>
            <a:off x="0" y="0"/>
            <a:ext cx="5305647"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74FF963F-2902-D88F-360F-A192D75C4DB2}"/>
              </a:ext>
            </a:extLst>
          </p:cNvPr>
          <p:cNvSpPr/>
          <p:nvPr/>
        </p:nvSpPr>
        <p:spPr>
          <a:xfrm>
            <a:off x="813912" y="1719258"/>
            <a:ext cx="3600000" cy="3600000"/>
          </a:xfrm>
          <a:prstGeom prst="ellipse">
            <a:avLst/>
          </a:prstGeom>
          <a:solidFill>
            <a:schemeClr val="bg1">
              <a:alpha val="0"/>
            </a:schemeClr>
          </a:solidFill>
          <a:ln w="38100" cap="rnd">
            <a:solidFill>
              <a:schemeClr val="accent4"/>
            </a:solidFill>
            <a:prstDash val="solid"/>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Oval 1">
            <a:extLst>
              <a:ext uri="{FF2B5EF4-FFF2-40B4-BE49-F238E27FC236}">
                <a16:creationId xmlns:a16="http://schemas.microsoft.com/office/drawing/2014/main" id="{F84FB5A7-29C2-CFFB-D3D4-B85E6A7690B6}"/>
              </a:ext>
            </a:extLst>
          </p:cNvPr>
          <p:cNvSpPr>
            <a:spLocks noChangeArrowheads="1"/>
          </p:cNvSpPr>
          <p:nvPr/>
        </p:nvSpPr>
        <p:spPr bwMode="auto">
          <a:xfrm>
            <a:off x="1000606" y="1919445"/>
            <a:ext cx="3238637" cy="3238500"/>
          </a:xfrm>
          <a:prstGeom prst="ellipse">
            <a:avLst/>
          </a:prstGeom>
          <a:blipFill>
            <a:blip r:embed="rId3" cstate="email">
              <a:extLst>
                <a:ext uri="{28A0092B-C50C-407E-A947-70E740481C1C}">
                  <a14:useLocalDpi xmlns:a14="http://schemas.microsoft.com/office/drawing/2010/main"/>
                </a:ext>
              </a:extLst>
            </a:blip>
            <a:stretch>
              <a:fillRect/>
            </a:stretch>
          </a:blipFill>
          <a:ln>
            <a:noFill/>
          </a:ln>
        </p:spPr>
        <p:txBody>
          <a:bodyPr lIns="45719" rIns="45719" anchor="ct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1200" cap="none" spc="0" normalizeH="0" baseline="0" noProof="0">
              <a:ln>
                <a:noFill/>
              </a:ln>
              <a:solidFill>
                <a:srgbClr val="FFFFFF"/>
              </a:solidFill>
              <a:effectLst/>
              <a:uLnTx/>
              <a:uFillTx/>
              <a:latin typeface="Alibaba PuHuiTi" pitchFamily="18" charset="-122"/>
              <a:ea typeface="Alibaba PuHuiTi" pitchFamily="18" charset="-122"/>
              <a:cs typeface="Alibaba PuHuiTi" pitchFamily="18" charset="-122"/>
            </a:endParaRPr>
          </a:p>
        </p:txBody>
      </p:sp>
      <p:cxnSp>
        <p:nvCxnSpPr>
          <p:cNvPr id="14" name="Straight Connector 8">
            <a:extLst>
              <a:ext uri="{FF2B5EF4-FFF2-40B4-BE49-F238E27FC236}">
                <a16:creationId xmlns:a16="http://schemas.microsoft.com/office/drawing/2014/main" id="{6F6A82A6-6FA0-9705-53E2-FB2846E77B06}"/>
              </a:ext>
            </a:extLst>
          </p:cNvPr>
          <p:cNvCxnSpPr>
            <a:cxnSpLocks/>
          </p:cNvCxnSpPr>
          <p:nvPr/>
        </p:nvCxnSpPr>
        <p:spPr>
          <a:xfrm>
            <a:off x="0" y="6197600"/>
            <a:ext cx="8839200"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extBox 11">
            <a:extLst>
              <a:ext uri="{FF2B5EF4-FFF2-40B4-BE49-F238E27FC236}">
                <a16:creationId xmlns:a16="http://schemas.microsoft.com/office/drawing/2014/main" id="{2D4E48C5-1488-6243-49CF-57470B5D729F}"/>
              </a:ext>
            </a:extLst>
          </p:cNvPr>
          <p:cNvSpPr txBox="1">
            <a:spLocks noChangeArrowheads="1"/>
          </p:cNvSpPr>
          <p:nvPr/>
        </p:nvSpPr>
        <p:spPr bwMode="auto">
          <a:xfrm>
            <a:off x="9081350" y="6032953"/>
            <a:ext cx="12426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rPr>
              <a:t>汇报时间标记</a:t>
            </a:r>
            <a:endParaRPr kumimoji="0" lang="en-ID" altLang="zh-CN"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20" name="TextBox 16">
            <a:extLst>
              <a:ext uri="{FF2B5EF4-FFF2-40B4-BE49-F238E27FC236}">
                <a16:creationId xmlns:a16="http://schemas.microsoft.com/office/drawing/2014/main" id="{4F24EE7E-F9A7-5A7A-8BB0-AA5A239A317C}"/>
              </a:ext>
            </a:extLst>
          </p:cNvPr>
          <p:cNvSpPr txBox="1"/>
          <p:nvPr/>
        </p:nvSpPr>
        <p:spPr>
          <a:xfrm>
            <a:off x="10079469" y="648349"/>
            <a:ext cx="848053" cy="307777"/>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300" normalizeH="0" baseline="0" noProof="0" dirty="0">
                <a:ln>
                  <a:noFill/>
                </a:ln>
                <a:solidFill>
                  <a:srgbClr val="FFFFFF"/>
                </a:solidFill>
                <a:effectLst/>
                <a:uLnTx/>
                <a:uFillTx/>
                <a:latin typeface="Alibaba PuHuiTi" pitchFamily="18" charset="-122"/>
                <a:ea typeface="Alibaba PuHuiTi" pitchFamily="18" charset="-122"/>
                <a:cs typeface="Alibaba PuHuiTi" pitchFamily="18" charset="-122"/>
              </a:rPr>
              <a:t>LOGO</a:t>
            </a:r>
            <a:endParaRPr kumimoji="0" lang="en-ID" sz="1400" b="0" i="0" u="none" strike="noStrike" kern="1200" cap="none" spc="300" normalizeH="0" baseline="0" noProof="0" dirty="0">
              <a:ln>
                <a:noFill/>
              </a:ln>
              <a:solidFill>
                <a:srgbClr val="FFFFFF"/>
              </a:solidFill>
              <a:effectLst/>
              <a:uLnTx/>
              <a:uFillTx/>
              <a:latin typeface="Alibaba PuHuiTi" pitchFamily="18" charset="-122"/>
              <a:ea typeface="Alibaba PuHuiTi" pitchFamily="18" charset="-122"/>
              <a:cs typeface="Alibaba PuHuiTi" pitchFamily="18" charset="-122"/>
            </a:endParaRPr>
          </a:p>
        </p:txBody>
      </p:sp>
      <p:sp>
        <p:nvSpPr>
          <p:cNvPr id="21" name="TextBox 8">
            <a:extLst>
              <a:ext uri="{FF2B5EF4-FFF2-40B4-BE49-F238E27FC236}">
                <a16:creationId xmlns:a16="http://schemas.microsoft.com/office/drawing/2014/main" id="{80A60A97-23F0-9193-BBE5-549BA5B1C41E}"/>
              </a:ext>
            </a:extLst>
          </p:cNvPr>
          <p:cNvSpPr txBox="1"/>
          <p:nvPr/>
        </p:nvSpPr>
        <p:spPr>
          <a:xfrm>
            <a:off x="5410481" y="2255188"/>
            <a:ext cx="4843631"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500" b="1" i="0" u="none" strike="noStrike" kern="1200" cap="none" spc="0" normalizeH="0" baseline="0" noProof="0" dirty="0">
                <a:ln>
                  <a:noFill/>
                </a:ln>
                <a:solidFill>
                  <a:srgbClr val="003591"/>
                </a:solidFill>
                <a:effectLst/>
                <a:uLnTx/>
                <a:uFillTx/>
                <a:latin typeface="Alibaba PuHuiTi" pitchFamily="18" charset="-122"/>
                <a:ea typeface="Alibaba PuHuiTi" pitchFamily="18" charset="-122"/>
                <a:cs typeface="Alibaba PuHuiTi" pitchFamily="18" charset="-122"/>
              </a:rPr>
              <a:t>年度总结汇报</a:t>
            </a:r>
            <a:endParaRPr kumimoji="0" lang="en-US" altLang="zh-CN" sz="4500" b="1" i="0" u="none" strike="noStrike" kern="1200" cap="none" spc="0" normalizeH="0" baseline="0" noProof="0" dirty="0">
              <a:ln>
                <a:noFill/>
              </a:ln>
              <a:solidFill>
                <a:srgbClr val="003591"/>
              </a:solidFill>
              <a:effectLst/>
              <a:uLnTx/>
              <a:uFillTx/>
              <a:latin typeface="Alibaba PuHuiTi" pitchFamily="18" charset="-122"/>
              <a:ea typeface="Alibaba PuHuiTi" pitchFamily="18" charset="-122"/>
              <a:cs typeface="Alibaba PuHuiTi" pitchFamily="18" charset="-122"/>
            </a:endParaRPr>
          </a:p>
        </p:txBody>
      </p:sp>
      <p:cxnSp>
        <p:nvCxnSpPr>
          <p:cNvPr id="23" name="直线连接符 22">
            <a:extLst>
              <a:ext uri="{FF2B5EF4-FFF2-40B4-BE49-F238E27FC236}">
                <a16:creationId xmlns:a16="http://schemas.microsoft.com/office/drawing/2014/main" id="{26F047FA-60A7-BE51-18A1-BDB4E8169414}"/>
              </a:ext>
            </a:extLst>
          </p:cNvPr>
          <p:cNvCxnSpPr/>
          <p:nvPr/>
        </p:nvCxnSpPr>
        <p:spPr>
          <a:xfrm>
            <a:off x="549997" y="667265"/>
            <a:ext cx="2248930" cy="0"/>
          </a:xfrm>
          <a:prstGeom prst="line">
            <a:avLst/>
          </a:prstGeom>
          <a:ln w="47625" cmpd="sng">
            <a:solidFill>
              <a:schemeClr val="accent4"/>
            </a:solidFill>
            <a:prstDash val="lgDashDotDot"/>
          </a:ln>
        </p:spPr>
        <p:style>
          <a:lnRef idx="1">
            <a:schemeClr val="accent1"/>
          </a:lnRef>
          <a:fillRef idx="0">
            <a:schemeClr val="accent1"/>
          </a:fillRef>
          <a:effectRef idx="0">
            <a:schemeClr val="accent1"/>
          </a:effectRef>
          <a:fontRef idx="minor">
            <a:schemeClr val="tx1"/>
          </a:fontRef>
        </p:style>
      </p:cxnSp>
      <p:sp>
        <p:nvSpPr>
          <p:cNvPr id="26" name="半闭框 25">
            <a:extLst>
              <a:ext uri="{FF2B5EF4-FFF2-40B4-BE49-F238E27FC236}">
                <a16:creationId xmlns:a16="http://schemas.microsoft.com/office/drawing/2014/main" id="{479420DF-1A0E-BC74-2B16-D6A32796F77B}"/>
              </a:ext>
            </a:extLst>
          </p:cNvPr>
          <p:cNvSpPr/>
          <p:nvPr/>
        </p:nvSpPr>
        <p:spPr>
          <a:xfrm rot="5400000">
            <a:off x="7969100" y="439786"/>
            <a:ext cx="3742502" cy="3780000"/>
          </a:xfrm>
          <a:prstGeom prst="halfFrame">
            <a:avLst/>
          </a:prstGeom>
          <a:gradFill>
            <a:gsLst>
              <a:gs pos="0">
                <a:schemeClr val="accent1">
                  <a:lumMod val="5000"/>
                  <a:lumOff val="95000"/>
                  <a:alpha val="40197"/>
                </a:schemeClr>
              </a:gs>
              <a:gs pos="50000">
                <a:schemeClr val="bg1">
                  <a:lumMod val="95000"/>
                  <a:alpha val="20407"/>
                </a:schemeClr>
              </a:gs>
              <a:gs pos="100000">
                <a:schemeClr val="accent1">
                  <a:lumMod val="20000"/>
                  <a:lumOff val="80000"/>
                </a:schemeClr>
              </a:gs>
            </a:gsLst>
            <a:path path="circle">
              <a:fillToRect l="100000" t="100000"/>
            </a:path>
          </a:gradFill>
          <a:ln>
            <a:noFill/>
          </a:ln>
          <a:effectLst>
            <a:softEdge rad="221988"/>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7" name="半闭框 26">
            <a:extLst>
              <a:ext uri="{FF2B5EF4-FFF2-40B4-BE49-F238E27FC236}">
                <a16:creationId xmlns:a16="http://schemas.microsoft.com/office/drawing/2014/main" id="{358BDDAA-F718-4D70-43FC-15E97898294A}"/>
              </a:ext>
            </a:extLst>
          </p:cNvPr>
          <p:cNvSpPr/>
          <p:nvPr/>
        </p:nvSpPr>
        <p:spPr>
          <a:xfrm rot="5400000">
            <a:off x="7596110" y="789093"/>
            <a:ext cx="3742502" cy="3780000"/>
          </a:xfrm>
          <a:prstGeom prst="halfFrame">
            <a:avLst/>
          </a:prstGeom>
          <a:gradFill>
            <a:gsLst>
              <a:gs pos="0">
                <a:schemeClr val="accent1">
                  <a:lumMod val="5000"/>
                  <a:lumOff val="95000"/>
                  <a:alpha val="40197"/>
                </a:schemeClr>
              </a:gs>
              <a:gs pos="50000">
                <a:schemeClr val="bg1">
                  <a:lumMod val="95000"/>
                  <a:alpha val="20407"/>
                </a:schemeClr>
              </a:gs>
              <a:gs pos="100000">
                <a:schemeClr val="accent1">
                  <a:lumMod val="20000"/>
                  <a:lumOff val="80000"/>
                </a:schemeClr>
              </a:gs>
            </a:gsLst>
            <a:path path="circle">
              <a:fillToRect l="100000" t="100000"/>
            </a:path>
          </a:gradFill>
          <a:ln>
            <a:noFill/>
          </a:ln>
          <a:effectLst>
            <a:softEdge rad="221988"/>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30" name="TextBox 11">
            <a:extLst>
              <a:ext uri="{FF2B5EF4-FFF2-40B4-BE49-F238E27FC236}">
                <a16:creationId xmlns:a16="http://schemas.microsoft.com/office/drawing/2014/main" id="{4E31C6F0-2C0D-8E07-38C4-1A53C147E3B0}"/>
              </a:ext>
            </a:extLst>
          </p:cNvPr>
          <p:cNvSpPr txBox="1">
            <a:spLocks noChangeArrowheads="1"/>
          </p:cNvSpPr>
          <p:nvPr/>
        </p:nvSpPr>
        <p:spPr bwMode="auto">
          <a:xfrm>
            <a:off x="9081350" y="5647202"/>
            <a:ext cx="10663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Poppins" pitchFamily="2" charset="0"/>
              </a:defRPr>
            </a:lvl1pPr>
            <a:lvl2pPr marL="742950" indent="-285750">
              <a:defRPr>
                <a:solidFill>
                  <a:schemeClr val="tx1"/>
                </a:solidFill>
                <a:latin typeface="Poppins" pitchFamily="2" charset="0"/>
              </a:defRPr>
            </a:lvl2pPr>
            <a:lvl3pPr marL="1143000" indent="-228600">
              <a:defRPr>
                <a:solidFill>
                  <a:schemeClr val="tx1"/>
                </a:solidFill>
                <a:latin typeface="Poppins" pitchFamily="2" charset="0"/>
              </a:defRPr>
            </a:lvl3pPr>
            <a:lvl4pPr marL="1600200" indent="-228600">
              <a:defRPr>
                <a:solidFill>
                  <a:schemeClr val="tx1"/>
                </a:solidFill>
                <a:latin typeface="Poppins" pitchFamily="2" charset="0"/>
              </a:defRPr>
            </a:lvl4pPr>
            <a:lvl5pPr marL="2057400" indent="-228600">
              <a:defRPr>
                <a:solidFill>
                  <a:schemeClr val="tx1"/>
                </a:solidFill>
                <a:latin typeface="Poppins" pitchFamily="2" charset="0"/>
              </a:defRPr>
            </a:lvl5pPr>
            <a:lvl6pPr marL="2514600" indent="-228600" fontAlgn="base">
              <a:spcBef>
                <a:spcPct val="0"/>
              </a:spcBef>
              <a:spcAft>
                <a:spcPct val="0"/>
              </a:spcAft>
              <a:defRPr>
                <a:solidFill>
                  <a:schemeClr val="tx1"/>
                </a:solidFill>
                <a:latin typeface="Poppins" pitchFamily="2" charset="0"/>
              </a:defRPr>
            </a:lvl6pPr>
            <a:lvl7pPr marL="2971800" indent="-228600" fontAlgn="base">
              <a:spcBef>
                <a:spcPct val="0"/>
              </a:spcBef>
              <a:spcAft>
                <a:spcPct val="0"/>
              </a:spcAft>
              <a:defRPr>
                <a:solidFill>
                  <a:schemeClr val="tx1"/>
                </a:solidFill>
                <a:latin typeface="Poppins" pitchFamily="2" charset="0"/>
              </a:defRPr>
            </a:lvl7pPr>
            <a:lvl8pPr marL="3429000" indent="-228600" fontAlgn="base">
              <a:spcBef>
                <a:spcPct val="0"/>
              </a:spcBef>
              <a:spcAft>
                <a:spcPct val="0"/>
              </a:spcAft>
              <a:defRPr>
                <a:solidFill>
                  <a:schemeClr val="tx1"/>
                </a:solidFill>
                <a:latin typeface="Poppins" pitchFamily="2" charset="0"/>
              </a:defRPr>
            </a:lvl8pPr>
            <a:lvl9pPr marL="3886200" indent="-228600" fontAlgn="base">
              <a:spcBef>
                <a:spcPct val="0"/>
              </a:spcBef>
              <a:spcAft>
                <a:spcPct val="0"/>
              </a:spcAft>
              <a:defRPr>
                <a:solidFill>
                  <a:schemeClr val="tx1"/>
                </a:solidFill>
                <a:latin typeface="Poppins" pitchFamily="2"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rPr>
              <a:t>汇报人标记</a:t>
            </a:r>
            <a:endParaRPr kumimoji="0" lang="en-ID" altLang="zh-CN" sz="1400" b="0" i="0" u="none" strike="noStrike" kern="1200" cap="none" spc="0" normalizeH="0" baseline="0" noProof="0" dirty="0">
              <a:ln>
                <a:noFill/>
              </a:ln>
              <a:solidFill>
                <a:srgbClr val="383535"/>
              </a:solidFill>
              <a:effectLst/>
              <a:uLnTx/>
              <a:uFillTx/>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3261935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27BBF1D1-25F9-456B-3C76-7BFF649E8EE7}"/>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燕尾形 6">
            <a:extLst>
              <a:ext uri="{FF2B5EF4-FFF2-40B4-BE49-F238E27FC236}">
                <a16:creationId xmlns:a16="http://schemas.microsoft.com/office/drawing/2014/main" id="{B21007D5-E49C-2C3D-980B-133F9DEBAAA0}"/>
              </a:ext>
            </a:extLst>
          </p:cNvPr>
          <p:cNvSpPr/>
          <p:nvPr/>
        </p:nvSpPr>
        <p:spPr>
          <a:xfrm>
            <a:off x="4656956" y="1119448"/>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燕尾形 8">
            <a:extLst>
              <a:ext uri="{FF2B5EF4-FFF2-40B4-BE49-F238E27FC236}">
                <a16:creationId xmlns:a16="http://schemas.microsoft.com/office/drawing/2014/main" id="{0E67CF52-1E44-579E-E3BC-FBE51A59FFCE}"/>
              </a:ext>
            </a:extLst>
          </p:cNvPr>
          <p:cNvSpPr/>
          <p:nvPr/>
        </p:nvSpPr>
        <p:spPr>
          <a:xfrm>
            <a:off x="6763097" y="1119448"/>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燕尾形 9">
            <a:extLst>
              <a:ext uri="{FF2B5EF4-FFF2-40B4-BE49-F238E27FC236}">
                <a16:creationId xmlns:a16="http://schemas.microsoft.com/office/drawing/2014/main" id="{58A75044-349C-3C26-5449-CF48281122E5}"/>
              </a:ext>
            </a:extLst>
          </p:cNvPr>
          <p:cNvSpPr/>
          <p:nvPr/>
        </p:nvSpPr>
        <p:spPr>
          <a:xfrm>
            <a:off x="8915527" y="1119448"/>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1" name="燕尾形 10">
            <a:extLst>
              <a:ext uri="{FF2B5EF4-FFF2-40B4-BE49-F238E27FC236}">
                <a16:creationId xmlns:a16="http://schemas.microsoft.com/office/drawing/2014/main" id="{A7F36BD9-8419-531D-2A49-00E90726392E}"/>
              </a:ext>
            </a:extLst>
          </p:cNvPr>
          <p:cNvSpPr/>
          <p:nvPr/>
        </p:nvSpPr>
        <p:spPr>
          <a:xfrm>
            <a:off x="2537092" y="1119448"/>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文本框 4">
            <a:extLst>
              <a:ext uri="{FF2B5EF4-FFF2-40B4-BE49-F238E27FC236}">
                <a16:creationId xmlns:a16="http://schemas.microsoft.com/office/drawing/2014/main" id="{51CC07B9-EBD4-41D9-85F2-D7F7DDBA0F60}"/>
              </a:ext>
            </a:extLst>
          </p:cNvPr>
          <p:cNvSpPr txBox="1"/>
          <p:nvPr/>
        </p:nvSpPr>
        <p:spPr>
          <a:xfrm>
            <a:off x="3973918" y="582507"/>
            <a:ext cx="4244163" cy="1200329"/>
          </a:xfrm>
          <a:prstGeom prst="rect">
            <a:avLst/>
          </a:prstGeom>
          <a:noFill/>
        </p:spPr>
        <p:txBody>
          <a:bodyPr wrap="square" rtlCol="0" anchor="ctr">
            <a:spAutoFit/>
          </a:bodyPr>
          <a:lstStyle/>
          <a:p>
            <a:pPr algn="ctr"/>
            <a:r>
              <a:rPr kumimoji="1" lang="zh-CN" altLang="en-US" sz="7200" dirty="0">
                <a:solidFill>
                  <a:schemeClr val="bg1"/>
                </a:solidFill>
                <a:latin typeface="Alibaba PuHuiTi" pitchFamily="18" charset="-122"/>
                <a:ea typeface="Alibaba PuHuiTi" pitchFamily="18" charset="-122"/>
                <a:cs typeface="Alibaba PuHuiTi" pitchFamily="18" charset="-122"/>
              </a:rPr>
              <a:t>目录</a:t>
            </a:r>
          </a:p>
        </p:txBody>
      </p:sp>
      <p:sp>
        <p:nvSpPr>
          <p:cNvPr id="8" name="文本框 7">
            <a:extLst>
              <a:ext uri="{FF2B5EF4-FFF2-40B4-BE49-F238E27FC236}">
                <a16:creationId xmlns:a16="http://schemas.microsoft.com/office/drawing/2014/main" id="{CF222A37-1EB6-A138-56A0-C38EBB78DEE2}"/>
              </a:ext>
            </a:extLst>
          </p:cNvPr>
          <p:cNvSpPr txBox="1"/>
          <p:nvPr/>
        </p:nvSpPr>
        <p:spPr>
          <a:xfrm>
            <a:off x="275682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2</a:t>
            </a:r>
            <a:endParaRPr kumimoji="1" lang="zh-CN" altLang="en-US" sz="28700" dirty="0">
              <a:solidFill>
                <a:schemeClr val="bg1"/>
              </a:solidFill>
              <a:latin typeface="+mn-ea"/>
            </a:endParaRPr>
          </a:p>
        </p:txBody>
      </p:sp>
      <p:sp>
        <p:nvSpPr>
          <p:cNvPr id="12" name="文本框 11">
            <a:extLst>
              <a:ext uri="{FF2B5EF4-FFF2-40B4-BE49-F238E27FC236}">
                <a16:creationId xmlns:a16="http://schemas.microsoft.com/office/drawing/2014/main" id="{6DD57189-9F63-7E1A-9733-2C771CCF5657}"/>
              </a:ext>
            </a:extLst>
          </p:cNvPr>
          <p:cNvSpPr txBox="1"/>
          <p:nvPr/>
        </p:nvSpPr>
        <p:spPr>
          <a:xfrm>
            <a:off x="781412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4</a:t>
            </a:r>
            <a:endParaRPr kumimoji="1" lang="zh-CN" altLang="en-US" sz="28700" dirty="0">
              <a:solidFill>
                <a:schemeClr val="bg1"/>
              </a:solidFill>
              <a:latin typeface="+mn-ea"/>
            </a:endParaRPr>
          </a:p>
        </p:txBody>
      </p:sp>
      <p:sp>
        <p:nvSpPr>
          <p:cNvPr id="13" name="文本框 12">
            <a:extLst>
              <a:ext uri="{FF2B5EF4-FFF2-40B4-BE49-F238E27FC236}">
                <a16:creationId xmlns:a16="http://schemas.microsoft.com/office/drawing/2014/main" id="{A81E187B-92C6-D5E3-52F4-13E25C39F97A}"/>
              </a:ext>
            </a:extLst>
          </p:cNvPr>
          <p:cNvSpPr txBox="1"/>
          <p:nvPr/>
        </p:nvSpPr>
        <p:spPr>
          <a:xfrm>
            <a:off x="103427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5</a:t>
            </a:r>
            <a:endParaRPr kumimoji="1" lang="zh-CN" altLang="en-US" sz="28700" dirty="0">
              <a:solidFill>
                <a:schemeClr val="bg1"/>
              </a:solidFill>
              <a:latin typeface="+mn-ea"/>
            </a:endParaRPr>
          </a:p>
        </p:txBody>
      </p:sp>
      <p:sp>
        <p:nvSpPr>
          <p:cNvPr id="14" name="文本框 13">
            <a:extLst>
              <a:ext uri="{FF2B5EF4-FFF2-40B4-BE49-F238E27FC236}">
                <a16:creationId xmlns:a16="http://schemas.microsoft.com/office/drawing/2014/main" id="{9FA5422B-7738-B149-9A8A-D6F7AF50BEA2}"/>
              </a:ext>
            </a:extLst>
          </p:cNvPr>
          <p:cNvSpPr txBox="1"/>
          <p:nvPr/>
        </p:nvSpPr>
        <p:spPr>
          <a:xfrm>
            <a:off x="2281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1</a:t>
            </a:r>
            <a:endParaRPr kumimoji="1" lang="zh-CN" altLang="en-US" sz="28700" dirty="0">
              <a:solidFill>
                <a:schemeClr val="bg1"/>
              </a:solidFill>
              <a:latin typeface="+mn-ea"/>
            </a:endParaRPr>
          </a:p>
        </p:txBody>
      </p:sp>
      <p:sp>
        <p:nvSpPr>
          <p:cNvPr id="15" name="文本框 14">
            <a:extLst>
              <a:ext uri="{FF2B5EF4-FFF2-40B4-BE49-F238E27FC236}">
                <a16:creationId xmlns:a16="http://schemas.microsoft.com/office/drawing/2014/main" id="{9D113AE1-8C17-9731-7AEF-7994B36F1531}"/>
              </a:ext>
            </a:extLst>
          </p:cNvPr>
          <p:cNvSpPr txBox="1"/>
          <p:nvPr/>
        </p:nvSpPr>
        <p:spPr>
          <a:xfrm>
            <a:off x="5285474" y="1773438"/>
            <a:ext cx="1692000" cy="4248000"/>
          </a:xfrm>
          <a:prstGeom prst="rect">
            <a:avLst/>
          </a:prstGeom>
          <a:noFill/>
        </p:spPr>
        <p:txBody>
          <a:bodyPr wrap="square" rtlCol="0" anchor="ctr">
            <a:normAutofit lnSpcReduction="10000"/>
          </a:bodyPr>
          <a:lstStyle/>
          <a:p>
            <a:pPr algn="ctr"/>
            <a:r>
              <a:rPr kumimoji="1" lang="en-US" altLang="zh-CN" sz="28700" dirty="0">
                <a:solidFill>
                  <a:schemeClr val="bg1"/>
                </a:solidFill>
                <a:latin typeface="+mn-ea"/>
              </a:rPr>
              <a:t>3</a:t>
            </a:r>
            <a:endParaRPr kumimoji="1" lang="zh-CN" altLang="en-US" sz="28700" dirty="0">
              <a:solidFill>
                <a:schemeClr val="bg1"/>
              </a:solidFill>
              <a:latin typeface="+mn-ea"/>
            </a:endParaRPr>
          </a:p>
        </p:txBody>
      </p:sp>
      <p:sp>
        <p:nvSpPr>
          <p:cNvPr id="17" name="燕尾形 16">
            <a:extLst>
              <a:ext uri="{FF2B5EF4-FFF2-40B4-BE49-F238E27FC236}">
                <a16:creationId xmlns:a16="http://schemas.microsoft.com/office/drawing/2014/main" id="{E7F5101B-DFC7-007D-56B8-EB789D4E4D1C}"/>
              </a:ext>
            </a:extLst>
          </p:cNvPr>
          <p:cNvSpPr/>
          <p:nvPr/>
        </p:nvSpPr>
        <p:spPr>
          <a:xfrm>
            <a:off x="437393" y="1119448"/>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6" name="矩形 15">
            <a:extLst>
              <a:ext uri="{FF2B5EF4-FFF2-40B4-BE49-F238E27FC236}">
                <a16:creationId xmlns:a16="http://schemas.microsoft.com/office/drawing/2014/main" id="{75F3238D-D17C-3866-21C8-00823C85DFBD}"/>
              </a:ext>
            </a:extLst>
          </p:cNvPr>
          <p:cNvSpPr/>
          <p:nvPr/>
        </p:nvSpPr>
        <p:spPr>
          <a:xfrm>
            <a:off x="0" y="4042366"/>
            <a:ext cx="12192000" cy="52517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a:extLst>
              <a:ext uri="{FF2B5EF4-FFF2-40B4-BE49-F238E27FC236}">
                <a16:creationId xmlns:a16="http://schemas.microsoft.com/office/drawing/2014/main" id="{A5D955AC-F275-AC5F-7C94-E98FBF948348}"/>
              </a:ext>
            </a:extLst>
          </p:cNvPr>
          <p:cNvSpPr txBox="1"/>
          <p:nvPr/>
        </p:nvSpPr>
        <p:spPr>
          <a:xfrm>
            <a:off x="435096" y="4046540"/>
            <a:ext cx="1414130" cy="461665"/>
          </a:xfrm>
          <a:prstGeom prst="rect">
            <a:avLst/>
          </a:prstGeom>
          <a:noFill/>
        </p:spPr>
        <p:txBody>
          <a:bodyPr wrap="square" rtlCol="0" anchor="ctr">
            <a:spAutoFit/>
          </a:bodyPr>
          <a:lstStyle/>
          <a:p>
            <a:pPr algn="ctr"/>
            <a:r>
              <a:rPr kumimoji="1" lang="zh-CN" altLang="en-US" sz="2400" dirty="0">
                <a:solidFill>
                  <a:schemeClr val="accent4"/>
                </a:solidFill>
              </a:rPr>
              <a:t>标题标记</a:t>
            </a:r>
          </a:p>
        </p:txBody>
      </p:sp>
      <p:sp>
        <p:nvSpPr>
          <p:cNvPr id="19" name="文本框 18">
            <a:extLst>
              <a:ext uri="{FF2B5EF4-FFF2-40B4-BE49-F238E27FC236}">
                <a16:creationId xmlns:a16="http://schemas.microsoft.com/office/drawing/2014/main" id="{AD3431A9-2E67-5801-C0DD-0769A87BA8CA}"/>
              </a:ext>
            </a:extLst>
          </p:cNvPr>
          <p:cNvSpPr txBox="1"/>
          <p:nvPr/>
        </p:nvSpPr>
        <p:spPr>
          <a:xfrm>
            <a:off x="2963746" y="4046540"/>
            <a:ext cx="1414130" cy="461665"/>
          </a:xfrm>
          <a:prstGeom prst="rect">
            <a:avLst/>
          </a:prstGeom>
          <a:noFill/>
        </p:spPr>
        <p:txBody>
          <a:bodyPr wrap="square" rtlCol="0" anchor="ctr">
            <a:spAutoFit/>
          </a:bodyPr>
          <a:lstStyle/>
          <a:p>
            <a:pPr algn="ctr"/>
            <a:r>
              <a:rPr kumimoji="1" lang="zh-CN" altLang="en-US" sz="2400" dirty="0">
                <a:solidFill>
                  <a:schemeClr val="accent4"/>
                </a:solidFill>
              </a:rPr>
              <a:t>标题标记</a:t>
            </a:r>
          </a:p>
        </p:txBody>
      </p:sp>
      <p:sp>
        <p:nvSpPr>
          <p:cNvPr id="20" name="文本框 19">
            <a:extLst>
              <a:ext uri="{FF2B5EF4-FFF2-40B4-BE49-F238E27FC236}">
                <a16:creationId xmlns:a16="http://schemas.microsoft.com/office/drawing/2014/main" id="{E763DCAC-8082-4155-FE94-3D5ECECA6638}"/>
              </a:ext>
            </a:extLst>
          </p:cNvPr>
          <p:cNvSpPr txBox="1"/>
          <p:nvPr/>
        </p:nvSpPr>
        <p:spPr>
          <a:xfrm>
            <a:off x="5456921" y="4046540"/>
            <a:ext cx="1414130" cy="461665"/>
          </a:xfrm>
          <a:prstGeom prst="rect">
            <a:avLst/>
          </a:prstGeom>
          <a:noFill/>
        </p:spPr>
        <p:txBody>
          <a:bodyPr wrap="square" rtlCol="0" anchor="ctr">
            <a:spAutoFit/>
          </a:bodyPr>
          <a:lstStyle/>
          <a:p>
            <a:pPr algn="ctr"/>
            <a:r>
              <a:rPr kumimoji="1" lang="zh-CN" altLang="en-US" sz="2400" dirty="0">
                <a:solidFill>
                  <a:schemeClr val="accent4"/>
                </a:solidFill>
              </a:rPr>
              <a:t>标题标记</a:t>
            </a:r>
          </a:p>
        </p:txBody>
      </p:sp>
      <p:sp>
        <p:nvSpPr>
          <p:cNvPr id="21" name="文本框 20">
            <a:extLst>
              <a:ext uri="{FF2B5EF4-FFF2-40B4-BE49-F238E27FC236}">
                <a16:creationId xmlns:a16="http://schemas.microsoft.com/office/drawing/2014/main" id="{BF1E1005-66C4-D618-6A44-04180EC40D1D}"/>
              </a:ext>
            </a:extLst>
          </p:cNvPr>
          <p:cNvSpPr txBox="1"/>
          <p:nvPr/>
        </p:nvSpPr>
        <p:spPr>
          <a:xfrm>
            <a:off x="8021046" y="4046540"/>
            <a:ext cx="1414130" cy="461665"/>
          </a:xfrm>
          <a:prstGeom prst="rect">
            <a:avLst/>
          </a:prstGeom>
          <a:noFill/>
        </p:spPr>
        <p:txBody>
          <a:bodyPr wrap="square" rtlCol="0" anchor="ctr">
            <a:spAutoFit/>
          </a:bodyPr>
          <a:lstStyle/>
          <a:p>
            <a:pPr algn="ctr"/>
            <a:r>
              <a:rPr kumimoji="1" lang="zh-CN" altLang="en-US" sz="2400" dirty="0">
                <a:solidFill>
                  <a:schemeClr val="accent4"/>
                </a:solidFill>
              </a:rPr>
              <a:t>标题标记</a:t>
            </a:r>
          </a:p>
        </p:txBody>
      </p:sp>
      <p:sp>
        <p:nvSpPr>
          <p:cNvPr id="22" name="文本框 21">
            <a:extLst>
              <a:ext uri="{FF2B5EF4-FFF2-40B4-BE49-F238E27FC236}">
                <a16:creationId xmlns:a16="http://schemas.microsoft.com/office/drawing/2014/main" id="{541A3304-79F1-1425-897C-A7CE52D2CFDC}"/>
              </a:ext>
            </a:extLst>
          </p:cNvPr>
          <p:cNvSpPr txBox="1"/>
          <p:nvPr/>
        </p:nvSpPr>
        <p:spPr>
          <a:xfrm>
            <a:off x="10549696" y="4046540"/>
            <a:ext cx="1414130" cy="461665"/>
          </a:xfrm>
          <a:prstGeom prst="rect">
            <a:avLst/>
          </a:prstGeom>
          <a:noFill/>
        </p:spPr>
        <p:txBody>
          <a:bodyPr wrap="square" rtlCol="0" anchor="ctr">
            <a:spAutoFit/>
          </a:bodyPr>
          <a:lstStyle/>
          <a:p>
            <a:pPr algn="ctr"/>
            <a:r>
              <a:rPr kumimoji="1" lang="zh-CN" altLang="en-US" sz="2400" dirty="0">
                <a:solidFill>
                  <a:schemeClr val="accent4"/>
                </a:solidFill>
              </a:rPr>
              <a:t>标题标记</a:t>
            </a:r>
          </a:p>
        </p:txBody>
      </p:sp>
    </p:spTree>
    <p:extLst>
      <p:ext uri="{BB962C8B-B14F-4D97-AF65-F5344CB8AC3E}">
        <p14:creationId xmlns:p14="http://schemas.microsoft.com/office/powerpoint/2010/main" val="1876790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071E68C-8024-5524-6C82-6AE8FD069DAE}"/>
              </a:ext>
            </a:extLst>
          </p:cNvPr>
          <p:cNvSpPr>
            <a:spLocks/>
          </p:cNvSpPr>
          <p:nvPr/>
        </p:nvSpPr>
        <p:spPr>
          <a:xfrm>
            <a:off x="0" y="0"/>
            <a:ext cx="12192000" cy="22763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libaba PuHuiTi" pitchFamily="18" charset="-122"/>
              <a:ea typeface="Alibaba PuHuiTi" pitchFamily="18" charset="-122"/>
              <a:cs typeface="Alibaba PuHuiTi" pitchFamily="18" charset="-122"/>
            </a:endParaRPr>
          </a:p>
        </p:txBody>
      </p:sp>
      <p:sp>
        <p:nvSpPr>
          <p:cNvPr id="7" name="小李PPT1">
            <a:extLst>
              <a:ext uri="{FF2B5EF4-FFF2-40B4-BE49-F238E27FC236}">
                <a16:creationId xmlns:a16="http://schemas.microsoft.com/office/drawing/2014/main" id="{DD2D4904-6886-FD37-05F5-3D3457A4CF85}"/>
              </a:ext>
            </a:extLst>
          </p:cNvPr>
          <p:cNvSpPr txBox="1"/>
          <p:nvPr/>
        </p:nvSpPr>
        <p:spPr>
          <a:xfrm>
            <a:off x="3935793" y="784234"/>
            <a:ext cx="432041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500"/>
              </a:spcAft>
              <a:buClrTx/>
              <a:buSzTx/>
              <a:buFontTx/>
              <a:buNone/>
              <a:defRPr/>
            </a:pPr>
            <a:r>
              <a:rPr lang="zh-CN" altLang="en-US" sz="4000" dirty="0">
                <a:solidFill>
                  <a:schemeClr val="bg1"/>
                </a:solidFill>
                <a:latin typeface="Alibaba PuHuiTi" pitchFamily="18" charset="-122"/>
                <a:ea typeface="Alibaba PuHuiTi" pitchFamily="18" charset="-122"/>
                <a:cs typeface="Alibaba PuHuiTi" pitchFamily="18" charset="-122"/>
              </a:rPr>
              <a:t>目录</a:t>
            </a:r>
            <a:endParaRPr kumimoji="0" lang="zh-CN" altLang="en-US" sz="4000"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360EE266-F87D-5EA6-C546-E65936279101}"/>
              </a:ext>
            </a:extLst>
          </p:cNvPr>
          <p:cNvSpPr/>
          <p:nvPr/>
        </p:nvSpPr>
        <p:spPr>
          <a:xfrm>
            <a:off x="467861" y="2424790"/>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233BDE72-46AE-4F9A-8DA6-585EF0970E0D}"/>
              </a:ext>
            </a:extLst>
          </p:cNvPr>
          <p:cNvSpPr/>
          <p:nvPr/>
        </p:nvSpPr>
        <p:spPr>
          <a:xfrm>
            <a:off x="4275191" y="2424790"/>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0AD117A2-F350-0A3D-2987-6C19766D1C3C}"/>
              </a:ext>
            </a:extLst>
          </p:cNvPr>
          <p:cNvSpPr/>
          <p:nvPr/>
        </p:nvSpPr>
        <p:spPr>
          <a:xfrm>
            <a:off x="8082521" y="2424790"/>
            <a:ext cx="3647368" cy="1947463"/>
          </a:xfrm>
          <a:custGeom>
            <a:avLst/>
            <a:gdLst>
              <a:gd name="connsiteX0" fmla="*/ 0 w 3647368"/>
              <a:gd name="connsiteY0" fmla="*/ 0 h 1947463"/>
              <a:gd name="connsiteX1" fmla="*/ 3647368 w 3647368"/>
              <a:gd name="connsiteY1" fmla="*/ 0 h 1947463"/>
              <a:gd name="connsiteX2" fmla="*/ 3647368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8" y="0"/>
                </a:lnTo>
                <a:lnTo>
                  <a:pt x="3647368"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文本框 10">
            <a:extLst>
              <a:ext uri="{FF2B5EF4-FFF2-40B4-BE49-F238E27FC236}">
                <a16:creationId xmlns:a16="http://schemas.microsoft.com/office/drawing/2014/main" id="{7EA14E90-194C-17B4-B3C2-2A5BC54D0E1C}"/>
              </a:ext>
            </a:extLst>
          </p:cNvPr>
          <p:cNvSpPr txBox="1"/>
          <p:nvPr/>
        </p:nvSpPr>
        <p:spPr>
          <a:xfrm>
            <a:off x="873647"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3" name="文本框 12">
            <a:extLst>
              <a:ext uri="{FF2B5EF4-FFF2-40B4-BE49-F238E27FC236}">
                <a16:creationId xmlns:a16="http://schemas.microsoft.com/office/drawing/2014/main" id="{3B182C6C-9643-C2B9-4BDC-C25762942B2E}"/>
              </a:ext>
            </a:extLst>
          </p:cNvPr>
          <p:cNvSpPr txBox="1"/>
          <p:nvPr/>
        </p:nvSpPr>
        <p:spPr>
          <a:xfrm>
            <a:off x="873647"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01</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14" name="文本框 13">
            <a:extLst>
              <a:ext uri="{FF2B5EF4-FFF2-40B4-BE49-F238E27FC236}">
                <a16:creationId xmlns:a16="http://schemas.microsoft.com/office/drawing/2014/main" id="{9D782DAF-F47E-DE4E-0FCE-037DF5274EA6}"/>
              </a:ext>
            </a:extLst>
          </p:cNvPr>
          <p:cNvSpPr txBox="1"/>
          <p:nvPr/>
        </p:nvSpPr>
        <p:spPr>
          <a:xfrm>
            <a:off x="4680976"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6" name="文本框 15">
            <a:extLst>
              <a:ext uri="{FF2B5EF4-FFF2-40B4-BE49-F238E27FC236}">
                <a16:creationId xmlns:a16="http://schemas.microsoft.com/office/drawing/2014/main" id="{D0BEB4F1-F8E9-A1EC-F606-8C717A77C89E}"/>
              </a:ext>
            </a:extLst>
          </p:cNvPr>
          <p:cNvSpPr txBox="1"/>
          <p:nvPr/>
        </p:nvSpPr>
        <p:spPr>
          <a:xfrm>
            <a:off x="4680976"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02</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17" name="文本框 16">
            <a:extLst>
              <a:ext uri="{FF2B5EF4-FFF2-40B4-BE49-F238E27FC236}">
                <a16:creationId xmlns:a16="http://schemas.microsoft.com/office/drawing/2014/main" id="{10F45CDD-CEB3-702F-8A2C-8BA7CB56595B}"/>
              </a:ext>
            </a:extLst>
          </p:cNvPr>
          <p:cNvSpPr txBox="1"/>
          <p:nvPr/>
        </p:nvSpPr>
        <p:spPr>
          <a:xfrm>
            <a:off x="8488306" y="3626066"/>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19" name="文本框 18">
            <a:extLst>
              <a:ext uri="{FF2B5EF4-FFF2-40B4-BE49-F238E27FC236}">
                <a16:creationId xmlns:a16="http://schemas.microsoft.com/office/drawing/2014/main" id="{3AA2E217-E194-5183-3C6F-1053D8FF90F2}"/>
              </a:ext>
            </a:extLst>
          </p:cNvPr>
          <p:cNvSpPr txBox="1"/>
          <p:nvPr/>
        </p:nvSpPr>
        <p:spPr>
          <a:xfrm>
            <a:off x="8488306" y="2739343"/>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03</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0" name="任意形状 19">
            <a:extLst>
              <a:ext uri="{FF2B5EF4-FFF2-40B4-BE49-F238E27FC236}">
                <a16:creationId xmlns:a16="http://schemas.microsoft.com/office/drawing/2014/main" id="{F5A96692-9E13-9420-5482-BD3D6EE4DA0F}"/>
              </a:ext>
            </a:extLst>
          </p:cNvPr>
          <p:cNvSpPr/>
          <p:nvPr/>
        </p:nvSpPr>
        <p:spPr>
          <a:xfrm>
            <a:off x="467861" y="4519808"/>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1" name="任意形状 20">
            <a:extLst>
              <a:ext uri="{FF2B5EF4-FFF2-40B4-BE49-F238E27FC236}">
                <a16:creationId xmlns:a16="http://schemas.microsoft.com/office/drawing/2014/main" id="{B5C4FCDD-7DA4-CECE-575C-887F581E60E6}"/>
              </a:ext>
            </a:extLst>
          </p:cNvPr>
          <p:cNvSpPr/>
          <p:nvPr/>
        </p:nvSpPr>
        <p:spPr>
          <a:xfrm>
            <a:off x="4275191" y="4519808"/>
            <a:ext cx="3647368" cy="1947463"/>
          </a:xfrm>
          <a:custGeom>
            <a:avLst/>
            <a:gdLst>
              <a:gd name="connsiteX0" fmla="*/ 0 w 3647368"/>
              <a:gd name="connsiteY0" fmla="*/ 0 h 1947463"/>
              <a:gd name="connsiteX1" fmla="*/ 3647369 w 3647368"/>
              <a:gd name="connsiteY1" fmla="*/ 0 h 1947463"/>
              <a:gd name="connsiteX2" fmla="*/ 3647369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9" y="0"/>
                </a:lnTo>
                <a:lnTo>
                  <a:pt x="3647369"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a:extLst>
              <a:ext uri="{FF2B5EF4-FFF2-40B4-BE49-F238E27FC236}">
                <a16:creationId xmlns:a16="http://schemas.microsoft.com/office/drawing/2014/main" id="{B91C7CEC-BA0C-6F20-AB4A-EBBC82C8BDC4}"/>
              </a:ext>
            </a:extLst>
          </p:cNvPr>
          <p:cNvSpPr/>
          <p:nvPr/>
        </p:nvSpPr>
        <p:spPr>
          <a:xfrm>
            <a:off x="8082521" y="4519808"/>
            <a:ext cx="3647368" cy="1947463"/>
          </a:xfrm>
          <a:custGeom>
            <a:avLst/>
            <a:gdLst>
              <a:gd name="connsiteX0" fmla="*/ 0 w 3647368"/>
              <a:gd name="connsiteY0" fmla="*/ 0 h 1947463"/>
              <a:gd name="connsiteX1" fmla="*/ 3647368 w 3647368"/>
              <a:gd name="connsiteY1" fmla="*/ 0 h 1947463"/>
              <a:gd name="connsiteX2" fmla="*/ 3647368 w 3647368"/>
              <a:gd name="connsiteY2" fmla="*/ 1947464 h 1947463"/>
              <a:gd name="connsiteX3" fmla="*/ 0 w 3647368"/>
              <a:gd name="connsiteY3" fmla="*/ 1947464 h 1947463"/>
            </a:gdLst>
            <a:ahLst/>
            <a:cxnLst>
              <a:cxn ang="0">
                <a:pos x="connsiteX0" y="connsiteY0"/>
              </a:cxn>
              <a:cxn ang="0">
                <a:pos x="connsiteX1" y="connsiteY1"/>
              </a:cxn>
              <a:cxn ang="0">
                <a:pos x="connsiteX2" y="connsiteY2"/>
              </a:cxn>
              <a:cxn ang="0">
                <a:pos x="connsiteX3" y="connsiteY3"/>
              </a:cxn>
            </a:cxnLst>
            <a:rect l="l" t="t" r="r" b="b"/>
            <a:pathLst>
              <a:path w="3647368" h="1947463">
                <a:moveTo>
                  <a:pt x="0" y="0"/>
                </a:moveTo>
                <a:lnTo>
                  <a:pt x="3647368" y="0"/>
                </a:lnTo>
                <a:lnTo>
                  <a:pt x="3647368" y="1947464"/>
                </a:lnTo>
                <a:lnTo>
                  <a:pt x="0" y="1947464"/>
                </a:lnTo>
                <a:close/>
              </a:path>
            </a:pathLst>
          </a:custGeom>
          <a:solidFill>
            <a:schemeClr val="bg1"/>
          </a:solidFill>
          <a:ln w="15875" cap="flat">
            <a:solidFill>
              <a:schemeClr val="accent4"/>
            </a:solid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3" name="文本框 22">
            <a:extLst>
              <a:ext uri="{FF2B5EF4-FFF2-40B4-BE49-F238E27FC236}">
                <a16:creationId xmlns:a16="http://schemas.microsoft.com/office/drawing/2014/main" id="{E5922A22-0A6E-D94F-4CE5-C850999AACF0}"/>
              </a:ext>
            </a:extLst>
          </p:cNvPr>
          <p:cNvSpPr txBox="1"/>
          <p:nvPr/>
        </p:nvSpPr>
        <p:spPr>
          <a:xfrm>
            <a:off x="873647"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25" name="文本框 24">
            <a:extLst>
              <a:ext uri="{FF2B5EF4-FFF2-40B4-BE49-F238E27FC236}">
                <a16:creationId xmlns:a16="http://schemas.microsoft.com/office/drawing/2014/main" id="{356B10B1-8248-3C82-24AF-AD9989B1779E}"/>
              </a:ext>
            </a:extLst>
          </p:cNvPr>
          <p:cNvSpPr txBox="1"/>
          <p:nvPr/>
        </p:nvSpPr>
        <p:spPr>
          <a:xfrm>
            <a:off x="873647"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04</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6" name="文本框 25">
            <a:extLst>
              <a:ext uri="{FF2B5EF4-FFF2-40B4-BE49-F238E27FC236}">
                <a16:creationId xmlns:a16="http://schemas.microsoft.com/office/drawing/2014/main" id="{791A84CE-3FF2-C39A-EEEE-17C9974A8B3C}"/>
              </a:ext>
            </a:extLst>
          </p:cNvPr>
          <p:cNvSpPr txBox="1"/>
          <p:nvPr/>
        </p:nvSpPr>
        <p:spPr>
          <a:xfrm>
            <a:off x="4680976"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28" name="文本框 27">
            <a:extLst>
              <a:ext uri="{FF2B5EF4-FFF2-40B4-BE49-F238E27FC236}">
                <a16:creationId xmlns:a16="http://schemas.microsoft.com/office/drawing/2014/main" id="{CF5579AD-5819-AA4C-81F6-45CA8E49AC47}"/>
              </a:ext>
            </a:extLst>
          </p:cNvPr>
          <p:cNvSpPr txBox="1"/>
          <p:nvPr/>
        </p:nvSpPr>
        <p:spPr>
          <a:xfrm>
            <a:off x="4680976"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05</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9" name="文本框 28">
            <a:extLst>
              <a:ext uri="{FF2B5EF4-FFF2-40B4-BE49-F238E27FC236}">
                <a16:creationId xmlns:a16="http://schemas.microsoft.com/office/drawing/2014/main" id="{347ED7D7-A463-229E-7E9A-E07C76CF5F41}"/>
              </a:ext>
            </a:extLst>
          </p:cNvPr>
          <p:cNvSpPr txBox="1"/>
          <p:nvPr/>
        </p:nvSpPr>
        <p:spPr>
          <a:xfrm>
            <a:off x="8488306" y="5721084"/>
            <a:ext cx="2835797" cy="461665"/>
          </a:xfrm>
          <a:prstGeom prst="rect">
            <a:avLst/>
          </a:prstGeom>
          <a:noFill/>
        </p:spPr>
        <p:txBody>
          <a:bodyPr wrap="square" rtlCol="0">
            <a:spAutoFit/>
          </a:bodyPr>
          <a:lstStyle/>
          <a:p>
            <a:pPr algn="ctr"/>
            <a:r>
              <a:rPr kumimoji="1" lang="zh-CN" altLang="en-US" sz="2400" dirty="0">
                <a:solidFill>
                  <a:schemeClr val="accent1"/>
                </a:solidFill>
                <a:latin typeface="Alibaba PuHuiTi" pitchFamily="18" charset="-122"/>
                <a:ea typeface="Alibaba PuHuiTi" pitchFamily="18" charset="-122"/>
                <a:cs typeface="Alibaba PuHuiTi" pitchFamily="18" charset="-122"/>
              </a:rPr>
              <a:t>标题标记</a:t>
            </a:r>
          </a:p>
        </p:txBody>
      </p:sp>
      <p:sp>
        <p:nvSpPr>
          <p:cNvPr id="31" name="文本框 30">
            <a:extLst>
              <a:ext uri="{FF2B5EF4-FFF2-40B4-BE49-F238E27FC236}">
                <a16:creationId xmlns:a16="http://schemas.microsoft.com/office/drawing/2014/main" id="{9FFE679E-65F8-6106-F36F-FD92AE28E2A1}"/>
              </a:ext>
            </a:extLst>
          </p:cNvPr>
          <p:cNvSpPr txBox="1"/>
          <p:nvPr/>
        </p:nvSpPr>
        <p:spPr>
          <a:xfrm>
            <a:off x="8488306" y="4834361"/>
            <a:ext cx="2835797" cy="1015663"/>
          </a:xfrm>
          <a:prstGeom prst="rect">
            <a:avLst/>
          </a:prstGeom>
          <a:noFill/>
        </p:spPr>
        <p:txBody>
          <a:bodyPr wrap="square" rtlCol="0">
            <a:spAutoFit/>
          </a:bodyPr>
          <a:lstStyle/>
          <a:p>
            <a:pPr algn="ctr"/>
            <a:r>
              <a:rPr kumimoji="1" lang="en-US" altLang="zh-CN" sz="6000" dirty="0">
                <a:solidFill>
                  <a:schemeClr val="accent1"/>
                </a:solidFill>
                <a:latin typeface="Alibaba PuHuiTi" pitchFamily="18" charset="-122"/>
                <a:ea typeface="Alibaba PuHuiTi" pitchFamily="18" charset="-122"/>
                <a:cs typeface="Alibaba PuHuiTi" pitchFamily="18" charset="-122"/>
              </a:rPr>
              <a:t>06</a:t>
            </a:r>
            <a:endParaRPr kumimoji="1" lang="zh-CN" altLang="en-US" sz="6000" dirty="0">
              <a:solidFill>
                <a:schemeClr val="accent1"/>
              </a:solidFill>
              <a:latin typeface="Alibaba PuHuiTi" pitchFamily="18" charset="-122"/>
              <a:ea typeface="Alibaba PuHuiTi" pitchFamily="18" charset="-122"/>
              <a:cs typeface="Alibaba PuHuiTi" pitchFamily="18" charset="-122"/>
            </a:endParaRPr>
          </a:p>
        </p:txBody>
      </p:sp>
      <p:sp>
        <p:nvSpPr>
          <p:cNvPr id="2" name="燕尾形 1">
            <a:extLst>
              <a:ext uri="{FF2B5EF4-FFF2-40B4-BE49-F238E27FC236}">
                <a16:creationId xmlns:a16="http://schemas.microsoft.com/office/drawing/2014/main" id="{284CF955-6F9E-B5D3-EEB6-164CE7A4039D}"/>
              </a:ext>
            </a:extLst>
          </p:cNvPr>
          <p:cNvSpPr/>
          <p:nvPr/>
        </p:nvSpPr>
        <p:spPr>
          <a:xfrm>
            <a:off x="8916307"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 name="燕尾形 2">
            <a:extLst>
              <a:ext uri="{FF2B5EF4-FFF2-40B4-BE49-F238E27FC236}">
                <a16:creationId xmlns:a16="http://schemas.microsoft.com/office/drawing/2014/main" id="{73152E4E-7594-34A4-12BB-2E322583CC53}"/>
              </a:ext>
            </a:extLst>
          </p:cNvPr>
          <p:cNvSpPr/>
          <p:nvPr/>
        </p:nvSpPr>
        <p:spPr>
          <a:xfrm>
            <a:off x="6816608"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燕尾形 4">
            <a:extLst>
              <a:ext uri="{FF2B5EF4-FFF2-40B4-BE49-F238E27FC236}">
                <a16:creationId xmlns:a16="http://schemas.microsoft.com/office/drawing/2014/main" id="{0432CE82-BB30-7A9A-9E8E-326CC87B8BD4}"/>
              </a:ext>
            </a:extLst>
          </p:cNvPr>
          <p:cNvSpPr/>
          <p:nvPr/>
        </p:nvSpPr>
        <p:spPr>
          <a:xfrm>
            <a:off x="2340104"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燕尾形 5">
            <a:extLst>
              <a:ext uri="{FF2B5EF4-FFF2-40B4-BE49-F238E27FC236}">
                <a16:creationId xmlns:a16="http://schemas.microsoft.com/office/drawing/2014/main" id="{673842D5-E8BA-2DED-BF02-81D97F95F05D}"/>
              </a:ext>
            </a:extLst>
          </p:cNvPr>
          <p:cNvSpPr/>
          <p:nvPr/>
        </p:nvSpPr>
        <p:spPr>
          <a:xfrm>
            <a:off x="240405" y="0"/>
            <a:ext cx="2835797" cy="2276355"/>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2715438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C1C193E5-26AB-A53F-E861-7E1FFDD4A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7" name="直线连接符 36">
            <a:extLst>
              <a:ext uri="{FF2B5EF4-FFF2-40B4-BE49-F238E27FC236}">
                <a16:creationId xmlns:a16="http://schemas.microsoft.com/office/drawing/2014/main" id="{203D8ED2-A65B-9914-BD2E-75BC002D8E7D}"/>
              </a:ext>
            </a:extLst>
          </p:cNvPr>
          <p:cNvCxnSpPr>
            <a:cxnSpLocks/>
          </p:cNvCxnSpPr>
          <p:nvPr/>
        </p:nvCxnSpPr>
        <p:spPr>
          <a:xfrm>
            <a:off x="454763" y="6471950"/>
            <a:ext cx="11282474" cy="0"/>
          </a:xfrm>
          <a:prstGeom prst="line">
            <a:avLst/>
          </a:prstGeom>
          <a:ln w="15875">
            <a:solidFill>
              <a:schemeClr val="accent4"/>
            </a:solidFill>
          </a:ln>
        </p:spPr>
        <p:style>
          <a:lnRef idx="2">
            <a:schemeClr val="accent1"/>
          </a:lnRef>
          <a:fillRef idx="0">
            <a:schemeClr val="accent1"/>
          </a:fillRef>
          <a:effectRef idx="1">
            <a:schemeClr val="accent1"/>
          </a:effectRef>
          <a:fontRef idx="minor">
            <a:schemeClr val="tx1"/>
          </a:fontRef>
        </p:style>
      </p:cxnSp>
      <p:sp>
        <p:nvSpPr>
          <p:cNvPr id="43" name="小李PPT1">
            <a:extLst>
              <a:ext uri="{FF2B5EF4-FFF2-40B4-BE49-F238E27FC236}">
                <a16:creationId xmlns:a16="http://schemas.microsoft.com/office/drawing/2014/main" id="{076323F5-0223-DAA8-93CE-D3EC5A406229}"/>
              </a:ext>
            </a:extLst>
          </p:cNvPr>
          <p:cNvSpPr txBox="1"/>
          <p:nvPr/>
        </p:nvSpPr>
        <p:spPr>
          <a:xfrm>
            <a:off x="454758" y="944118"/>
            <a:ext cx="4237057" cy="4708981"/>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500"/>
              </a:spcAft>
              <a:buClrTx/>
              <a:buSzTx/>
              <a:buFontTx/>
              <a:buNone/>
              <a:defRPr/>
            </a:pPr>
            <a:r>
              <a:rPr lang="en-US" altLang="zh-CN" sz="30000" dirty="0">
                <a:solidFill>
                  <a:schemeClr val="bg1"/>
                </a:solidFill>
                <a:latin typeface="+mn-ea"/>
                <a:cs typeface="Alibaba PuHuiTi" pitchFamily="18" charset="-122"/>
              </a:rPr>
              <a:t>01</a:t>
            </a:r>
            <a:endParaRPr kumimoji="0" lang="zh-CN" altLang="en-US" sz="30000" u="none" strike="noStrike" kern="1200" cap="none" spc="0" normalizeH="0" baseline="0" noProof="0" dirty="0">
              <a:ln>
                <a:noFill/>
              </a:ln>
              <a:solidFill>
                <a:schemeClr val="bg1"/>
              </a:solidFill>
              <a:effectLst/>
              <a:uLnTx/>
              <a:uFillTx/>
              <a:latin typeface="+mn-ea"/>
              <a:cs typeface="Alibaba PuHuiTi" pitchFamily="18" charset="-122"/>
            </a:endParaRPr>
          </a:p>
        </p:txBody>
      </p:sp>
      <p:sp>
        <p:nvSpPr>
          <p:cNvPr id="45" name="燕尾形 44">
            <a:extLst>
              <a:ext uri="{FF2B5EF4-FFF2-40B4-BE49-F238E27FC236}">
                <a16:creationId xmlns:a16="http://schemas.microsoft.com/office/drawing/2014/main" id="{B09AED32-0E98-D5AC-4F0F-7608DF4ECEE9}"/>
              </a:ext>
            </a:extLst>
          </p:cNvPr>
          <p:cNvSpPr/>
          <p:nvPr/>
        </p:nvSpPr>
        <p:spPr>
          <a:xfrm>
            <a:off x="7358520" y="217427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6" name="燕尾形 45">
            <a:extLst>
              <a:ext uri="{FF2B5EF4-FFF2-40B4-BE49-F238E27FC236}">
                <a16:creationId xmlns:a16="http://schemas.microsoft.com/office/drawing/2014/main" id="{E667E0B5-F311-D27B-8140-F5F6B901699F}"/>
              </a:ext>
            </a:extLst>
          </p:cNvPr>
          <p:cNvSpPr/>
          <p:nvPr/>
        </p:nvSpPr>
        <p:spPr>
          <a:xfrm>
            <a:off x="9476880" y="2174270"/>
            <a:ext cx="2369127" cy="4297680"/>
          </a:xfrm>
          <a:prstGeom prst="chevron">
            <a:avLst/>
          </a:prstGeom>
          <a:gradFill flip="none" rotWithShape="1">
            <a:gsLst>
              <a:gs pos="0">
                <a:schemeClr val="accent1">
                  <a:lumMod val="5000"/>
                  <a:lumOff val="95000"/>
                  <a:alpha val="40197"/>
                </a:schemeClr>
              </a:gs>
              <a:gs pos="50000">
                <a:schemeClr val="bg1">
                  <a:lumMod val="95000"/>
                  <a:alpha val="20407"/>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3" name="小李PPT13">
            <a:extLst>
              <a:ext uri="{FF2B5EF4-FFF2-40B4-BE49-F238E27FC236}">
                <a16:creationId xmlns:a16="http://schemas.microsoft.com/office/drawing/2014/main" id="{89361D88-9DBA-376B-E1A3-A998829357A7}"/>
              </a:ext>
            </a:extLst>
          </p:cNvPr>
          <p:cNvSpPr txBox="1"/>
          <p:nvPr/>
        </p:nvSpPr>
        <p:spPr>
          <a:xfrm>
            <a:off x="6767503" y="2142205"/>
            <a:ext cx="4969734" cy="707886"/>
          </a:xfrm>
          <a:prstGeom prst="rect">
            <a:avLst/>
          </a:prstGeom>
          <a:noFill/>
        </p:spPr>
        <p:txBody>
          <a:bodyPr wrap="square" rtlCol="0">
            <a:spAutoFit/>
          </a:bodyPr>
          <a:lstStyle/>
          <a:p>
            <a:pPr algn="just">
              <a:defRPr/>
            </a:pPr>
            <a:r>
              <a:rPr lang="zh-CN" altLang="en-US" sz="4000" b="1" u="none" strike="noStrike" dirty="0">
                <a:solidFill>
                  <a:schemeClr val="bg1"/>
                </a:solidFill>
                <a:effectLst/>
                <a:latin typeface="Alibaba PuHuiTi" pitchFamily="18" charset="-122"/>
                <a:ea typeface="Alibaba PuHuiTi" pitchFamily="18" charset="-122"/>
                <a:cs typeface="Alibaba PuHuiTi" pitchFamily="18" charset="-122"/>
              </a:rPr>
              <a:t>章节过渡页标题</a:t>
            </a:r>
            <a:endParaRPr lang="zh-CN" altLang="en-US" sz="4000" b="1" dirty="0">
              <a:solidFill>
                <a:schemeClr val="bg1"/>
              </a:solidFill>
              <a:latin typeface="Alibaba PuHuiTi" pitchFamily="18" charset="-122"/>
              <a:ea typeface="Alibaba PuHuiTi" pitchFamily="18" charset="-122"/>
              <a:cs typeface="Alibaba PuHuiTi" pitchFamily="18" charset="-122"/>
            </a:endParaRPr>
          </a:p>
        </p:txBody>
      </p:sp>
      <p:sp>
        <p:nvSpPr>
          <p:cNvPr id="34" name="文本框 33">
            <a:extLst>
              <a:ext uri="{FF2B5EF4-FFF2-40B4-BE49-F238E27FC236}">
                <a16:creationId xmlns:a16="http://schemas.microsoft.com/office/drawing/2014/main" id="{4574CEC2-A8EB-55F9-805A-09786BC12931}"/>
              </a:ext>
            </a:extLst>
          </p:cNvPr>
          <p:cNvSpPr txBox="1"/>
          <p:nvPr/>
        </p:nvSpPr>
        <p:spPr>
          <a:xfrm>
            <a:off x="6764598" y="3444949"/>
            <a:ext cx="4972639" cy="385234"/>
          </a:xfrm>
          <a:prstGeom prst="rect">
            <a:avLst/>
          </a:prstGeom>
          <a:noFill/>
        </p:spPr>
        <p:txBody>
          <a:bodyPr wrap="square" rtlCol="0">
            <a:spAutoFit/>
          </a:bodyPr>
          <a:lstStyle/>
          <a:p>
            <a:pPr algn="just">
              <a:lnSpc>
                <a:spcPct val="150000"/>
              </a:lnSpc>
              <a:spcAft>
                <a:spcPts val="1000"/>
              </a:spcAft>
            </a:pPr>
            <a:r>
              <a:rPr kumimoji="1" lang="zh-CN" altLang="en-US" sz="1400" dirty="0">
                <a:solidFill>
                  <a:schemeClr val="bg1"/>
                </a:solidFill>
                <a:latin typeface="Alibaba PuHuiTi" pitchFamily="18" charset="-122"/>
                <a:ea typeface="Alibaba PuHuiTi" pitchFamily="18" charset="-122"/>
                <a:cs typeface="Alibaba PuHuiTi" pitchFamily="18" charset="-122"/>
              </a:rPr>
              <a:t>概述标记</a:t>
            </a:r>
          </a:p>
        </p:txBody>
      </p:sp>
    </p:spTree>
    <p:extLst>
      <p:ext uri="{BB962C8B-B14F-4D97-AF65-F5344CB8AC3E}">
        <p14:creationId xmlns:p14="http://schemas.microsoft.com/office/powerpoint/2010/main" val="309189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126BBAB-F44B-E442-3B74-AED491D3908F}"/>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grpSp>
        <p:nvGrpSpPr>
          <p:cNvPr id="39" name="组合 38">
            <a:extLst>
              <a:ext uri="{FF2B5EF4-FFF2-40B4-BE49-F238E27FC236}">
                <a16:creationId xmlns:a16="http://schemas.microsoft.com/office/drawing/2014/main" id="{8B56A7FE-CE0D-C7F2-1310-226711567452}"/>
              </a:ext>
            </a:extLst>
          </p:cNvPr>
          <p:cNvGrpSpPr/>
          <p:nvPr/>
        </p:nvGrpSpPr>
        <p:grpSpPr>
          <a:xfrm>
            <a:off x="5271036" y="1003644"/>
            <a:ext cx="1649927" cy="5390934"/>
            <a:chOff x="5028459" y="1209461"/>
            <a:chExt cx="2080298" cy="5550467"/>
          </a:xfrm>
        </p:grpSpPr>
        <p:sp>
          <p:nvSpPr>
            <p:cNvPr id="25" name="任意形状 24">
              <a:extLst>
                <a:ext uri="{FF2B5EF4-FFF2-40B4-BE49-F238E27FC236}">
                  <a16:creationId xmlns:a16="http://schemas.microsoft.com/office/drawing/2014/main" id="{5AAD492D-B0C8-D522-C84C-3D4523EEA52E}"/>
                </a:ext>
              </a:extLst>
            </p:cNvPr>
            <p:cNvSpPr/>
            <p:nvPr/>
          </p:nvSpPr>
          <p:spPr>
            <a:xfrm rot="164565" flipH="1">
              <a:off x="5028459" y="1209461"/>
              <a:ext cx="1918013" cy="5353053"/>
            </a:xfrm>
            <a:custGeom>
              <a:avLst/>
              <a:gdLst>
                <a:gd name="csX0" fmla="*/ 688820 w 1918013"/>
                <a:gd name="csY0" fmla="*/ 0 h 5911085"/>
                <a:gd name="csX1" fmla="*/ 1918013 w 1918013"/>
                <a:gd name="csY1" fmla="*/ 3281668 h 5911085"/>
                <a:gd name="csX2" fmla="*/ 1258889 w 1918013"/>
                <a:gd name="csY2" fmla="*/ 3281668 h 5911085"/>
                <a:gd name="csX3" fmla="*/ 1385027 w 1918013"/>
                <a:gd name="csY3" fmla="*/ 5911085 h 5911085"/>
                <a:gd name="csX4" fmla="*/ 0 w 1918013"/>
                <a:gd name="csY4" fmla="*/ 2692085 h 5911085"/>
                <a:gd name="csX5" fmla="*/ 688820 w 1918013"/>
                <a:gd name="csY5" fmla="*/ 2659041 h 5911085"/>
              </a:gdLst>
              <a:ahLst/>
              <a:cxnLst>
                <a:cxn ang="0">
                  <a:pos x="csX0" y="csY0"/>
                </a:cxn>
                <a:cxn ang="0">
                  <a:pos x="csX1" y="csY1"/>
                </a:cxn>
                <a:cxn ang="0">
                  <a:pos x="csX2" y="csY2"/>
                </a:cxn>
                <a:cxn ang="0">
                  <a:pos x="csX3" y="csY3"/>
                </a:cxn>
                <a:cxn ang="0">
                  <a:pos x="csX4" y="csY4"/>
                </a:cxn>
                <a:cxn ang="0">
                  <a:pos x="csX5" y="csY5"/>
                </a:cxn>
              </a:cxnLst>
              <a:rect l="l" t="t" r="r" b="b"/>
              <a:pathLst>
                <a:path w="1918013" h="5911085">
                  <a:moveTo>
                    <a:pt x="688820" y="0"/>
                  </a:moveTo>
                  <a:lnTo>
                    <a:pt x="1918013" y="3281668"/>
                  </a:lnTo>
                  <a:lnTo>
                    <a:pt x="1258889" y="3281668"/>
                  </a:lnTo>
                  <a:lnTo>
                    <a:pt x="1385027" y="5911085"/>
                  </a:lnTo>
                  <a:lnTo>
                    <a:pt x="0" y="2692085"/>
                  </a:lnTo>
                  <a:lnTo>
                    <a:pt x="688820" y="2659041"/>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7" name="任意形状 26">
              <a:extLst>
                <a:ext uri="{FF2B5EF4-FFF2-40B4-BE49-F238E27FC236}">
                  <a16:creationId xmlns:a16="http://schemas.microsoft.com/office/drawing/2014/main" id="{B168B493-889D-D2CC-33C7-CA3C06FD93C3}"/>
                </a:ext>
              </a:extLst>
            </p:cNvPr>
            <p:cNvSpPr/>
            <p:nvPr/>
          </p:nvSpPr>
          <p:spPr>
            <a:xfrm rot="164565" flipH="1">
              <a:off x="5190744" y="1261942"/>
              <a:ext cx="1918013" cy="5497986"/>
            </a:xfrm>
            <a:custGeom>
              <a:avLst/>
              <a:gdLst>
                <a:gd name="csX0" fmla="*/ 688820 w 1918013"/>
                <a:gd name="csY0" fmla="*/ 0 h 5911085"/>
                <a:gd name="csX1" fmla="*/ 1918013 w 1918013"/>
                <a:gd name="csY1" fmla="*/ 3281668 h 5911085"/>
                <a:gd name="csX2" fmla="*/ 1258889 w 1918013"/>
                <a:gd name="csY2" fmla="*/ 3281668 h 5911085"/>
                <a:gd name="csX3" fmla="*/ 1385027 w 1918013"/>
                <a:gd name="csY3" fmla="*/ 5911085 h 5911085"/>
                <a:gd name="csX4" fmla="*/ 0 w 1918013"/>
                <a:gd name="csY4" fmla="*/ 2692085 h 5911085"/>
                <a:gd name="csX5" fmla="*/ 688820 w 1918013"/>
                <a:gd name="csY5" fmla="*/ 2659041 h 5911085"/>
              </a:gdLst>
              <a:ahLst/>
              <a:cxnLst>
                <a:cxn ang="0">
                  <a:pos x="csX0" y="csY0"/>
                </a:cxn>
                <a:cxn ang="0">
                  <a:pos x="csX1" y="csY1"/>
                </a:cxn>
                <a:cxn ang="0">
                  <a:pos x="csX2" y="csY2"/>
                </a:cxn>
                <a:cxn ang="0">
                  <a:pos x="csX3" y="csY3"/>
                </a:cxn>
                <a:cxn ang="0">
                  <a:pos x="csX4" y="csY4"/>
                </a:cxn>
                <a:cxn ang="0">
                  <a:pos x="csX5" y="csY5"/>
                </a:cxn>
              </a:cxnLst>
              <a:rect l="l" t="t" r="r" b="b"/>
              <a:pathLst>
                <a:path w="1918013" h="5911085">
                  <a:moveTo>
                    <a:pt x="688820" y="0"/>
                  </a:moveTo>
                  <a:lnTo>
                    <a:pt x="1918013" y="3281668"/>
                  </a:lnTo>
                  <a:lnTo>
                    <a:pt x="1258889" y="3281668"/>
                  </a:lnTo>
                  <a:lnTo>
                    <a:pt x="1385027" y="5911085"/>
                  </a:lnTo>
                  <a:lnTo>
                    <a:pt x="0" y="2692085"/>
                  </a:lnTo>
                  <a:lnTo>
                    <a:pt x="688820" y="2659041"/>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grpSp>
      <p:sp>
        <p:nvSpPr>
          <p:cNvPr id="30" name="矩形 29">
            <a:extLst>
              <a:ext uri="{FF2B5EF4-FFF2-40B4-BE49-F238E27FC236}">
                <a16:creationId xmlns:a16="http://schemas.microsoft.com/office/drawing/2014/main" id="{99CB3B46-24B9-CE22-A99B-B0D5F6C6145E}"/>
              </a:ext>
            </a:extLst>
          </p:cNvPr>
          <p:cNvSpPr/>
          <p:nvPr/>
        </p:nvSpPr>
        <p:spPr>
          <a:xfrm>
            <a:off x="247568" y="1368994"/>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0" name="矩形 39">
            <a:extLst>
              <a:ext uri="{FF2B5EF4-FFF2-40B4-BE49-F238E27FC236}">
                <a16:creationId xmlns:a16="http://schemas.microsoft.com/office/drawing/2014/main" id="{F29D0D0C-0F53-2F36-A69A-D8808E0D3D72}"/>
              </a:ext>
            </a:extLst>
          </p:cNvPr>
          <p:cNvSpPr/>
          <p:nvPr/>
        </p:nvSpPr>
        <p:spPr>
          <a:xfrm>
            <a:off x="399968" y="1521394"/>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endParaRPr kumimoji="1" lang="zh-CN" altLang="en-US" dirty="0"/>
          </a:p>
        </p:txBody>
      </p:sp>
      <p:sp>
        <p:nvSpPr>
          <p:cNvPr id="41" name="矩形 40">
            <a:extLst>
              <a:ext uri="{FF2B5EF4-FFF2-40B4-BE49-F238E27FC236}">
                <a16:creationId xmlns:a16="http://schemas.microsoft.com/office/drawing/2014/main" id="{781C0F3A-EE7C-6569-7523-38E622581C26}"/>
              </a:ext>
            </a:extLst>
          </p:cNvPr>
          <p:cNvSpPr/>
          <p:nvPr/>
        </p:nvSpPr>
        <p:spPr>
          <a:xfrm>
            <a:off x="7180135" y="139289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2" name="文本框 41">
            <a:extLst>
              <a:ext uri="{FF2B5EF4-FFF2-40B4-BE49-F238E27FC236}">
                <a16:creationId xmlns:a16="http://schemas.microsoft.com/office/drawing/2014/main" id="{9E7E66CD-A4EC-207E-7E77-D96BA0B7D153}"/>
              </a:ext>
            </a:extLst>
          </p:cNvPr>
          <p:cNvSpPr txBox="1"/>
          <p:nvPr/>
        </p:nvSpPr>
        <p:spPr>
          <a:xfrm>
            <a:off x="7173199" y="2353671"/>
            <a:ext cx="4864566" cy="1071159"/>
          </a:xfrm>
          <a:prstGeom prst="rect">
            <a:avLst/>
          </a:prstGeom>
          <a:solidFill>
            <a:schemeClr val="bg1">
              <a:lumMod val="95000"/>
            </a:schemeClr>
          </a:solidFill>
        </p:spPr>
        <p:txBody>
          <a:bodyPr wrap="square" lIns="270000" tIns="378000" rIns="270000" bIns="378000" rtlCol="0">
            <a:sp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3" name="矩形 42">
            <a:extLst>
              <a:ext uri="{FF2B5EF4-FFF2-40B4-BE49-F238E27FC236}">
                <a16:creationId xmlns:a16="http://schemas.microsoft.com/office/drawing/2014/main" id="{04D54B06-A883-504F-DB77-60CDDA27505F}"/>
              </a:ext>
            </a:extLst>
          </p:cNvPr>
          <p:cNvSpPr/>
          <p:nvPr/>
        </p:nvSpPr>
        <p:spPr>
          <a:xfrm>
            <a:off x="7332535" y="154529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44" name="矩形 43">
            <a:extLst>
              <a:ext uri="{FF2B5EF4-FFF2-40B4-BE49-F238E27FC236}">
                <a16:creationId xmlns:a16="http://schemas.microsoft.com/office/drawing/2014/main" id="{F79E0818-8434-0E34-1137-4444DE66351A}"/>
              </a:ext>
            </a:extLst>
          </p:cNvPr>
          <p:cNvSpPr/>
          <p:nvPr/>
        </p:nvSpPr>
        <p:spPr>
          <a:xfrm>
            <a:off x="7187071" y="389654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5" name="文本框 44">
            <a:extLst>
              <a:ext uri="{FF2B5EF4-FFF2-40B4-BE49-F238E27FC236}">
                <a16:creationId xmlns:a16="http://schemas.microsoft.com/office/drawing/2014/main" id="{386E0DD6-47CD-AFF9-0489-43B6B8AB15A5}"/>
              </a:ext>
            </a:extLst>
          </p:cNvPr>
          <p:cNvSpPr txBox="1"/>
          <p:nvPr/>
        </p:nvSpPr>
        <p:spPr>
          <a:xfrm>
            <a:off x="7180135" y="4857321"/>
            <a:ext cx="4864566" cy="1071159"/>
          </a:xfrm>
          <a:prstGeom prst="rect">
            <a:avLst/>
          </a:prstGeom>
          <a:solidFill>
            <a:schemeClr val="bg1">
              <a:lumMod val="95000"/>
            </a:schemeClr>
          </a:solidFill>
        </p:spPr>
        <p:txBody>
          <a:bodyPr wrap="square" lIns="270000" tIns="378000" rIns="270000" bIns="378000" rtlCol="0">
            <a:sp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6" name="矩形 45">
            <a:extLst>
              <a:ext uri="{FF2B5EF4-FFF2-40B4-BE49-F238E27FC236}">
                <a16:creationId xmlns:a16="http://schemas.microsoft.com/office/drawing/2014/main" id="{E3EEC54E-D61F-B513-90E0-B871CEA67756}"/>
              </a:ext>
            </a:extLst>
          </p:cNvPr>
          <p:cNvSpPr/>
          <p:nvPr/>
        </p:nvSpPr>
        <p:spPr>
          <a:xfrm>
            <a:off x="7339471" y="404894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47" name="矩形 46">
            <a:extLst>
              <a:ext uri="{FF2B5EF4-FFF2-40B4-BE49-F238E27FC236}">
                <a16:creationId xmlns:a16="http://schemas.microsoft.com/office/drawing/2014/main" id="{1ECEE7F7-5B35-3588-B4F6-E26B15E7DCF4}"/>
              </a:ext>
            </a:extLst>
          </p:cNvPr>
          <p:cNvSpPr/>
          <p:nvPr/>
        </p:nvSpPr>
        <p:spPr>
          <a:xfrm>
            <a:off x="247568" y="3896541"/>
            <a:ext cx="4705230" cy="65598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8" name="文本框 47">
            <a:extLst>
              <a:ext uri="{FF2B5EF4-FFF2-40B4-BE49-F238E27FC236}">
                <a16:creationId xmlns:a16="http://schemas.microsoft.com/office/drawing/2014/main" id="{14FC4093-0FAE-1644-BEB8-7D45404B7476}"/>
              </a:ext>
            </a:extLst>
          </p:cNvPr>
          <p:cNvSpPr txBox="1"/>
          <p:nvPr/>
        </p:nvSpPr>
        <p:spPr>
          <a:xfrm>
            <a:off x="240632" y="4857321"/>
            <a:ext cx="4864566" cy="1071159"/>
          </a:xfrm>
          <a:prstGeom prst="rect">
            <a:avLst/>
          </a:prstGeom>
          <a:solidFill>
            <a:schemeClr val="bg1">
              <a:lumMod val="95000"/>
            </a:schemeClr>
          </a:solidFill>
        </p:spPr>
        <p:txBody>
          <a:bodyPr wrap="square" lIns="270000" tIns="378000" rIns="270000" bIns="378000" rtlCol="0">
            <a:sp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
        <p:nvSpPr>
          <p:cNvPr id="49" name="矩形 48">
            <a:extLst>
              <a:ext uri="{FF2B5EF4-FFF2-40B4-BE49-F238E27FC236}">
                <a16:creationId xmlns:a16="http://schemas.microsoft.com/office/drawing/2014/main" id="{B2B16567-FD53-8F3F-4ECC-D4D9821B60DC}"/>
              </a:ext>
            </a:extLst>
          </p:cNvPr>
          <p:cNvSpPr/>
          <p:nvPr/>
        </p:nvSpPr>
        <p:spPr>
          <a:xfrm>
            <a:off x="399968" y="4048941"/>
            <a:ext cx="4705230" cy="65598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3200" dirty="0"/>
              <a:t>这是标题</a:t>
            </a:r>
          </a:p>
        </p:txBody>
      </p:sp>
      <p:sp>
        <p:nvSpPr>
          <p:cNvPr id="2" name="文本框 1">
            <a:extLst>
              <a:ext uri="{FF2B5EF4-FFF2-40B4-BE49-F238E27FC236}">
                <a16:creationId xmlns:a16="http://schemas.microsoft.com/office/drawing/2014/main" id="{DC02D559-7B26-DA52-7ED6-D5D8EDC2DEE8}"/>
              </a:ext>
            </a:extLst>
          </p:cNvPr>
          <p:cNvSpPr txBox="1"/>
          <p:nvPr/>
        </p:nvSpPr>
        <p:spPr>
          <a:xfrm>
            <a:off x="247568" y="2348978"/>
            <a:ext cx="4864566" cy="1071159"/>
          </a:xfrm>
          <a:prstGeom prst="rect">
            <a:avLst/>
          </a:prstGeom>
          <a:solidFill>
            <a:schemeClr val="bg1">
              <a:lumMod val="95000"/>
            </a:schemeClr>
          </a:solidFill>
        </p:spPr>
        <p:txBody>
          <a:bodyPr wrap="square" lIns="270000" tIns="378000" rIns="270000" bIns="378000" rtlCol="0">
            <a:spAutoFit/>
          </a:bodyPr>
          <a:lstStyle/>
          <a:p>
            <a:pPr algn="just"/>
            <a:r>
              <a:rPr lang="zh-CN" altLang="en-US" sz="2000" dirty="0">
                <a:latin typeface="Alibaba PuHuiTi" pitchFamily="18" charset="-122"/>
                <a:ea typeface="Alibaba PuHuiTi" pitchFamily="18" charset="-122"/>
                <a:cs typeface="Alibaba PuHuiTi" pitchFamily="18" charset="-122"/>
              </a:rPr>
              <a:t>内容标记</a:t>
            </a:r>
            <a:endParaRPr lang="zh-CN" altLang="zh-CN" sz="2000" dirty="0">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209205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90588-20F7-FCB1-E970-9E503B1B6E96}"/>
            </a:ext>
          </a:extLst>
        </p:cNvPr>
        <p:cNvGrpSpPr/>
        <p:nvPr/>
      </p:nvGrpSpPr>
      <p:grpSpPr>
        <a:xfrm>
          <a:off x="0" y="0"/>
          <a:ext cx="0" cy="0"/>
          <a:chOff x="0" y="0"/>
          <a:chExt cx="0" cy="0"/>
        </a:xfrm>
      </p:grpSpPr>
      <p:sp>
        <p:nvSpPr>
          <p:cNvPr id="62" name="任意形状 61">
            <a:extLst>
              <a:ext uri="{FF2B5EF4-FFF2-40B4-BE49-F238E27FC236}">
                <a16:creationId xmlns:a16="http://schemas.microsoft.com/office/drawing/2014/main" id="{4FDFA1CF-F16F-7929-390C-5DD78CA97438}"/>
              </a:ext>
            </a:extLst>
          </p:cNvPr>
          <p:cNvSpPr/>
          <p:nvPr/>
        </p:nvSpPr>
        <p:spPr>
          <a:xfrm>
            <a:off x="458469" y="1328694"/>
            <a:ext cx="4980939" cy="5308256"/>
          </a:xfrm>
          <a:custGeom>
            <a:avLst/>
            <a:gdLst>
              <a:gd name="connsiteX0" fmla="*/ 3689350 w 4980939"/>
              <a:gd name="connsiteY0" fmla="*/ 0 h 5293359"/>
              <a:gd name="connsiteX1" fmla="*/ 0 w 4980939"/>
              <a:gd name="connsiteY1" fmla="*/ 0 h 5293359"/>
              <a:gd name="connsiteX2" fmla="*/ 0 w 4980939"/>
              <a:gd name="connsiteY2" fmla="*/ 1737360 h 5293359"/>
              <a:gd name="connsiteX3" fmla="*/ 0 w 4980939"/>
              <a:gd name="connsiteY3" fmla="*/ 2021840 h 5293359"/>
              <a:gd name="connsiteX4" fmla="*/ 0 w 4980939"/>
              <a:gd name="connsiteY4" fmla="*/ 3271520 h 5293359"/>
              <a:gd name="connsiteX5" fmla="*/ 0 w 4980939"/>
              <a:gd name="connsiteY5" fmla="*/ 3556000 h 5293359"/>
              <a:gd name="connsiteX6" fmla="*/ 0 w 4980939"/>
              <a:gd name="connsiteY6" fmla="*/ 5293360 h 5293359"/>
              <a:gd name="connsiteX7" fmla="*/ 3689350 w 4980939"/>
              <a:gd name="connsiteY7" fmla="*/ 5293360 h 5293359"/>
              <a:gd name="connsiteX8" fmla="*/ 4980940 w 4980939"/>
              <a:gd name="connsiteY8" fmla="*/ 3556000 h 5293359"/>
              <a:gd name="connsiteX9" fmla="*/ 4980940 w 4980939"/>
              <a:gd name="connsiteY9" fmla="*/ 1737360 h 52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0939" h="5293359">
                <a:moveTo>
                  <a:pt x="3689350" y="0"/>
                </a:moveTo>
                <a:lnTo>
                  <a:pt x="0" y="0"/>
                </a:lnTo>
                <a:lnTo>
                  <a:pt x="0" y="1737360"/>
                </a:lnTo>
                <a:lnTo>
                  <a:pt x="0" y="2021840"/>
                </a:lnTo>
                <a:lnTo>
                  <a:pt x="0" y="3271520"/>
                </a:lnTo>
                <a:lnTo>
                  <a:pt x="0" y="3556000"/>
                </a:lnTo>
                <a:lnTo>
                  <a:pt x="0" y="5293360"/>
                </a:lnTo>
                <a:lnTo>
                  <a:pt x="3689350" y="5293360"/>
                </a:lnTo>
                <a:lnTo>
                  <a:pt x="4980940" y="3556000"/>
                </a:lnTo>
                <a:lnTo>
                  <a:pt x="4980940" y="1737360"/>
                </a:lnTo>
                <a:close/>
              </a:path>
            </a:pathLst>
          </a:custGeom>
          <a:gradFill>
            <a:gsLst>
              <a:gs pos="0">
                <a:schemeClr val="bg1"/>
              </a:gs>
              <a:gs pos="100000">
                <a:schemeClr val="bg2"/>
              </a:gs>
            </a:gsLst>
            <a:lin ang="0" scaled="0"/>
          </a:gradFill>
          <a:ln w="16274" cap="flat">
            <a:noFill/>
            <a:prstDash val="solid"/>
            <a:miter/>
          </a:ln>
        </p:spPr>
        <p:txBody>
          <a:bodyPr rtlCol="0" anchor="ctr"/>
          <a:lstStyle/>
          <a:p>
            <a:endParaRPr lang="zh-CN" altLang="en-US" dirty="0">
              <a:latin typeface="Alibaba PuHuiTi" pitchFamily="18" charset="-122"/>
              <a:ea typeface="Alibaba PuHuiTi" pitchFamily="18" charset="-122"/>
              <a:cs typeface="Alibaba PuHuiTi" pitchFamily="18" charset="-122"/>
            </a:endParaRPr>
          </a:p>
        </p:txBody>
      </p:sp>
      <p:sp>
        <p:nvSpPr>
          <p:cNvPr id="63" name="任意形状 62">
            <a:extLst>
              <a:ext uri="{FF2B5EF4-FFF2-40B4-BE49-F238E27FC236}">
                <a16:creationId xmlns:a16="http://schemas.microsoft.com/office/drawing/2014/main" id="{C516A468-EFED-0556-A44C-078B36C58DB1}"/>
              </a:ext>
            </a:extLst>
          </p:cNvPr>
          <p:cNvSpPr/>
          <p:nvPr/>
        </p:nvSpPr>
        <p:spPr>
          <a:xfrm>
            <a:off x="6752590" y="1328694"/>
            <a:ext cx="4980940" cy="5308256"/>
          </a:xfrm>
          <a:custGeom>
            <a:avLst/>
            <a:gdLst>
              <a:gd name="connsiteX0" fmla="*/ 1291590 w 4980940"/>
              <a:gd name="connsiteY0" fmla="*/ 0 h 5293359"/>
              <a:gd name="connsiteX1" fmla="*/ 4980940 w 4980940"/>
              <a:gd name="connsiteY1" fmla="*/ 0 h 5293359"/>
              <a:gd name="connsiteX2" fmla="*/ 4980940 w 4980940"/>
              <a:gd name="connsiteY2" fmla="*/ 1737360 h 5293359"/>
              <a:gd name="connsiteX3" fmla="*/ 4980940 w 4980940"/>
              <a:gd name="connsiteY3" fmla="*/ 2021840 h 5293359"/>
              <a:gd name="connsiteX4" fmla="*/ 4980940 w 4980940"/>
              <a:gd name="connsiteY4" fmla="*/ 3271520 h 5293359"/>
              <a:gd name="connsiteX5" fmla="*/ 4980940 w 4980940"/>
              <a:gd name="connsiteY5" fmla="*/ 3556000 h 5293359"/>
              <a:gd name="connsiteX6" fmla="*/ 4980940 w 4980940"/>
              <a:gd name="connsiteY6" fmla="*/ 5293360 h 5293359"/>
              <a:gd name="connsiteX7" fmla="*/ 1291590 w 4980940"/>
              <a:gd name="connsiteY7" fmla="*/ 5293360 h 5293359"/>
              <a:gd name="connsiteX8" fmla="*/ 0 w 4980940"/>
              <a:gd name="connsiteY8" fmla="*/ 3556000 h 5293359"/>
              <a:gd name="connsiteX9" fmla="*/ 0 w 4980940"/>
              <a:gd name="connsiteY9" fmla="*/ 1737360 h 52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80940" h="5293359">
                <a:moveTo>
                  <a:pt x="1291590" y="0"/>
                </a:moveTo>
                <a:lnTo>
                  <a:pt x="4980940" y="0"/>
                </a:lnTo>
                <a:lnTo>
                  <a:pt x="4980940" y="1737360"/>
                </a:lnTo>
                <a:lnTo>
                  <a:pt x="4980940" y="2021840"/>
                </a:lnTo>
                <a:lnTo>
                  <a:pt x="4980940" y="3271520"/>
                </a:lnTo>
                <a:lnTo>
                  <a:pt x="4980940" y="3556000"/>
                </a:lnTo>
                <a:lnTo>
                  <a:pt x="4980940" y="5293360"/>
                </a:lnTo>
                <a:lnTo>
                  <a:pt x="1291590" y="5293360"/>
                </a:lnTo>
                <a:lnTo>
                  <a:pt x="0" y="3556000"/>
                </a:lnTo>
                <a:lnTo>
                  <a:pt x="0" y="1737360"/>
                </a:lnTo>
                <a:close/>
              </a:path>
            </a:pathLst>
          </a:custGeom>
          <a:gradFill>
            <a:gsLst>
              <a:gs pos="100000">
                <a:schemeClr val="bg1"/>
              </a:gs>
              <a:gs pos="0">
                <a:schemeClr val="bg2"/>
              </a:gs>
            </a:gsLst>
            <a:lin ang="0" scaled="0"/>
          </a:gradFill>
          <a:ln w="16274"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4" name="任意形状 63">
            <a:extLst>
              <a:ext uri="{FF2B5EF4-FFF2-40B4-BE49-F238E27FC236}">
                <a16:creationId xmlns:a16="http://schemas.microsoft.com/office/drawing/2014/main" id="{307212CC-B358-780F-BBE7-BFB755BEA78F}"/>
              </a:ext>
            </a:extLst>
          </p:cNvPr>
          <p:cNvSpPr/>
          <p:nvPr/>
        </p:nvSpPr>
        <p:spPr>
          <a:xfrm>
            <a:off x="4816521" y="2804469"/>
            <a:ext cx="2558627" cy="2558628"/>
          </a:xfrm>
          <a:custGeom>
            <a:avLst/>
            <a:gdLst>
              <a:gd name="connsiteX0" fmla="*/ 2306320 w 2306319"/>
              <a:gd name="connsiteY0" fmla="*/ 1153160 h 2306320"/>
              <a:gd name="connsiteX1" fmla="*/ 1153160 w 2306319"/>
              <a:gd name="connsiteY1" fmla="*/ 2306320 h 2306320"/>
              <a:gd name="connsiteX2" fmla="*/ 0 w 2306319"/>
              <a:gd name="connsiteY2" fmla="*/ 1153160 h 2306320"/>
              <a:gd name="connsiteX3" fmla="*/ 1153160 w 2306319"/>
              <a:gd name="connsiteY3" fmla="*/ 0 h 2306320"/>
              <a:gd name="connsiteX4" fmla="*/ 2306320 w 2306319"/>
              <a:gd name="connsiteY4" fmla="*/ 1153160 h 2306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319" h="2306320">
                <a:moveTo>
                  <a:pt x="2306320" y="1153160"/>
                </a:moveTo>
                <a:cubicBezTo>
                  <a:pt x="2306320" y="1790033"/>
                  <a:pt x="1790033" y="2306320"/>
                  <a:pt x="1153160" y="2306320"/>
                </a:cubicBezTo>
                <a:cubicBezTo>
                  <a:pt x="516287" y="2306320"/>
                  <a:pt x="0" y="1790032"/>
                  <a:pt x="0" y="1153160"/>
                </a:cubicBezTo>
                <a:cubicBezTo>
                  <a:pt x="0" y="516287"/>
                  <a:pt x="516288" y="0"/>
                  <a:pt x="1153160" y="0"/>
                </a:cubicBezTo>
                <a:cubicBezTo>
                  <a:pt x="1790033" y="0"/>
                  <a:pt x="2306320" y="516287"/>
                  <a:pt x="2306320" y="1153160"/>
                </a:cubicBezTo>
                <a:close/>
              </a:path>
            </a:pathLst>
          </a:custGeom>
          <a:solidFill>
            <a:schemeClr val="bg1"/>
          </a:solidFill>
          <a:ln w="16651"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6" name="任意形状 65">
            <a:extLst>
              <a:ext uri="{FF2B5EF4-FFF2-40B4-BE49-F238E27FC236}">
                <a16:creationId xmlns:a16="http://schemas.microsoft.com/office/drawing/2014/main" id="{C0DA6785-D65A-1BA1-CDAF-934F46F18E19}"/>
              </a:ext>
            </a:extLst>
          </p:cNvPr>
          <p:cNvSpPr/>
          <p:nvPr/>
        </p:nvSpPr>
        <p:spPr>
          <a:xfrm>
            <a:off x="4480694" y="2109655"/>
            <a:ext cx="2030209" cy="3475549"/>
          </a:xfrm>
          <a:custGeom>
            <a:avLst/>
            <a:gdLst>
              <a:gd name="connsiteX0" fmla="*/ 2030210 w 2030209"/>
              <a:gd name="connsiteY0" fmla="*/ 582840 h 3475549"/>
              <a:gd name="connsiteX1" fmla="*/ 1791204 w 2030209"/>
              <a:gd name="connsiteY1" fmla="*/ 918577 h 3475549"/>
              <a:gd name="connsiteX2" fmla="*/ 1616648 w 2030209"/>
              <a:gd name="connsiteY2" fmla="*/ 1162993 h 3475549"/>
              <a:gd name="connsiteX3" fmla="*/ 1616648 w 2030209"/>
              <a:gd name="connsiteY3" fmla="*/ 902461 h 3475549"/>
              <a:gd name="connsiteX4" fmla="*/ 647197 w 2030209"/>
              <a:gd name="connsiteY4" fmla="*/ 1872070 h 3475549"/>
              <a:gd name="connsiteX5" fmla="*/ 1442093 w 2030209"/>
              <a:gd name="connsiteY5" fmla="*/ 2828249 h 3475549"/>
              <a:gd name="connsiteX6" fmla="*/ 1203087 w 2030209"/>
              <a:gd name="connsiteY6" fmla="*/ 3163986 h 3475549"/>
              <a:gd name="connsiteX7" fmla="*/ 1423295 w 2030209"/>
              <a:gd name="connsiteY7" fmla="*/ 3475550 h 3475549"/>
              <a:gd name="connsiteX8" fmla="*/ 0 w 2030209"/>
              <a:gd name="connsiteY8" fmla="*/ 1872070 h 3475549"/>
              <a:gd name="connsiteX9" fmla="*/ 1613963 w 2030209"/>
              <a:gd name="connsiteY9" fmla="*/ 257846 h 3475549"/>
              <a:gd name="connsiteX10" fmla="*/ 1613963 w 2030209"/>
              <a:gd name="connsiteY10" fmla="*/ 0 h 3475549"/>
              <a:gd name="connsiteX11" fmla="*/ 1804631 w 2030209"/>
              <a:gd name="connsiteY11" fmla="*/ 268590 h 3475549"/>
              <a:gd name="connsiteX12" fmla="*/ 2030210 w 2030209"/>
              <a:gd name="connsiteY12" fmla="*/ 582840 h 3475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0209" h="3475549">
                <a:moveTo>
                  <a:pt x="2030210" y="582840"/>
                </a:moveTo>
                <a:lnTo>
                  <a:pt x="1791204" y="918577"/>
                </a:lnTo>
                <a:lnTo>
                  <a:pt x="1616648" y="1162993"/>
                </a:lnTo>
                <a:lnTo>
                  <a:pt x="1616648" y="902461"/>
                </a:lnTo>
                <a:cubicBezTo>
                  <a:pt x="1079556" y="902461"/>
                  <a:pt x="647197" y="1337576"/>
                  <a:pt x="647197" y="1872070"/>
                </a:cubicBezTo>
                <a:cubicBezTo>
                  <a:pt x="647197" y="2347473"/>
                  <a:pt x="990936" y="2744986"/>
                  <a:pt x="1442093" y="2828249"/>
                </a:cubicBezTo>
                <a:lnTo>
                  <a:pt x="1203087" y="3163986"/>
                </a:lnTo>
                <a:lnTo>
                  <a:pt x="1423295" y="3475550"/>
                </a:lnTo>
                <a:cubicBezTo>
                  <a:pt x="623027" y="3381543"/>
                  <a:pt x="0" y="2699326"/>
                  <a:pt x="0" y="1872070"/>
                </a:cubicBezTo>
                <a:cubicBezTo>
                  <a:pt x="0" y="980352"/>
                  <a:pt x="722389" y="257846"/>
                  <a:pt x="1613963" y="257846"/>
                </a:cubicBezTo>
                <a:lnTo>
                  <a:pt x="1613963" y="0"/>
                </a:lnTo>
                <a:lnTo>
                  <a:pt x="1804631" y="268590"/>
                </a:lnTo>
                <a:lnTo>
                  <a:pt x="2030210" y="582840"/>
                </a:lnTo>
                <a:close/>
              </a:path>
            </a:pathLst>
          </a:custGeom>
          <a:gradFill flip="none" rotWithShape="1">
            <a:gsLst>
              <a:gs pos="100000">
                <a:schemeClr val="accent1"/>
              </a:gs>
              <a:gs pos="0">
                <a:schemeClr val="bg2"/>
              </a:gs>
            </a:gsLst>
            <a:path path="circle">
              <a:fillToRect l="100000" t="100000"/>
            </a:path>
            <a:tileRect r="-100000" b="-100000"/>
          </a:gradFill>
          <a:ln w="8588"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7" name="任意形状 66">
            <a:extLst>
              <a:ext uri="{FF2B5EF4-FFF2-40B4-BE49-F238E27FC236}">
                <a16:creationId xmlns:a16="http://schemas.microsoft.com/office/drawing/2014/main" id="{C710A3AA-1829-74E7-7AE3-BF17592D9A73}"/>
              </a:ext>
            </a:extLst>
          </p:cNvPr>
          <p:cNvSpPr/>
          <p:nvPr/>
        </p:nvSpPr>
        <p:spPr>
          <a:xfrm>
            <a:off x="5686466" y="2383617"/>
            <a:ext cx="2024838" cy="3470177"/>
          </a:xfrm>
          <a:custGeom>
            <a:avLst/>
            <a:gdLst>
              <a:gd name="connsiteX0" fmla="*/ 2024839 w 2024838"/>
              <a:gd name="connsiteY0" fmla="*/ 1598108 h 3470177"/>
              <a:gd name="connsiteX1" fmla="*/ 410876 w 2024838"/>
              <a:gd name="connsiteY1" fmla="*/ 3212332 h 3470177"/>
              <a:gd name="connsiteX2" fmla="*/ 410876 w 2024838"/>
              <a:gd name="connsiteY2" fmla="*/ 3470178 h 3470177"/>
              <a:gd name="connsiteX3" fmla="*/ 220208 w 2024838"/>
              <a:gd name="connsiteY3" fmla="*/ 3201588 h 3470177"/>
              <a:gd name="connsiteX4" fmla="*/ 0 w 2024838"/>
              <a:gd name="connsiteY4" fmla="*/ 2890024 h 3470177"/>
              <a:gd name="connsiteX5" fmla="*/ 239006 w 2024838"/>
              <a:gd name="connsiteY5" fmla="*/ 2554287 h 3470177"/>
              <a:gd name="connsiteX6" fmla="*/ 413561 w 2024838"/>
              <a:gd name="connsiteY6" fmla="*/ 2309871 h 3470177"/>
              <a:gd name="connsiteX7" fmla="*/ 413561 w 2024838"/>
              <a:gd name="connsiteY7" fmla="*/ 2570403 h 3470177"/>
              <a:gd name="connsiteX8" fmla="*/ 1383013 w 2024838"/>
              <a:gd name="connsiteY8" fmla="*/ 1600794 h 3470177"/>
              <a:gd name="connsiteX9" fmla="*/ 588117 w 2024838"/>
              <a:gd name="connsiteY9" fmla="*/ 647301 h 3470177"/>
              <a:gd name="connsiteX10" fmla="*/ 827123 w 2024838"/>
              <a:gd name="connsiteY10" fmla="*/ 311564 h 3470177"/>
              <a:gd name="connsiteX11" fmla="*/ 606915 w 2024838"/>
              <a:gd name="connsiteY11" fmla="*/ 0 h 3470177"/>
              <a:gd name="connsiteX12" fmla="*/ 2024839 w 2024838"/>
              <a:gd name="connsiteY12" fmla="*/ 1598108 h 3470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4838" h="3470177">
                <a:moveTo>
                  <a:pt x="2024839" y="1598108"/>
                </a:moveTo>
                <a:cubicBezTo>
                  <a:pt x="2024839" y="2489826"/>
                  <a:pt x="1302449" y="3212332"/>
                  <a:pt x="410876" y="3212332"/>
                </a:cubicBezTo>
                <a:lnTo>
                  <a:pt x="410876" y="3470178"/>
                </a:lnTo>
                <a:lnTo>
                  <a:pt x="220208" y="3201588"/>
                </a:lnTo>
                <a:lnTo>
                  <a:pt x="0" y="2890024"/>
                </a:lnTo>
                <a:lnTo>
                  <a:pt x="239006" y="2554287"/>
                </a:lnTo>
                <a:lnTo>
                  <a:pt x="413561" y="2309871"/>
                </a:lnTo>
                <a:lnTo>
                  <a:pt x="413561" y="2570403"/>
                </a:lnTo>
                <a:cubicBezTo>
                  <a:pt x="950654" y="2570403"/>
                  <a:pt x="1383013" y="2135288"/>
                  <a:pt x="1383013" y="1600794"/>
                </a:cubicBezTo>
                <a:cubicBezTo>
                  <a:pt x="1383013" y="1125390"/>
                  <a:pt x="1039274" y="727878"/>
                  <a:pt x="588117" y="647301"/>
                </a:cubicBezTo>
                <a:lnTo>
                  <a:pt x="827123" y="311564"/>
                </a:lnTo>
                <a:lnTo>
                  <a:pt x="606915" y="0"/>
                </a:lnTo>
                <a:cubicBezTo>
                  <a:pt x="1404497" y="91320"/>
                  <a:pt x="2024839" y="773538"/>
                  <a:pt x="2024839" y="1598108"/>
                </a:cubicBezTo>
                <a:close/>
              </a:path>
            </a:pathLst>
          </a:custGeom>
          <a:gradFill flip="none" rotWithShape="1">
            <a:gsLst>
              <a:gs pos="100000">
                <a:schemeClr val="accent4"/>
              </a:gs>
              <a:gs pos="0">
                <a:schemeClr val="bg2"/>
              </a:gs>
            </a:gsLst>
            <a:path path="circle">
              <a:fillToRect l="100000" b="100000"/>
            </a:path>
            <a:tileRect t="-100000" r="-100000"/>
          </a:gradFill>
          <a:ln w="8588"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0" name="文本框 89">
            <a:extLst>
              <a:ext uri="{FF2B5EF4-FFF2-40B4-BE49-F238E27FC236}">
                <a16:creationId xmlns:a16="http://schemas.microsoft.com/office/drawing/2014/main" id="{85D03173-13EB-9039-F48C-029FB06FC497}"/>
              </a:ext>
            </a:extLst>
          </p:cNvPr>
          <p:cNvSpPr txBox="1"/>
          <p:nvPr/>
        </p:nvSpPr>
        <p:spPr>
          <a:xfrm>
            <a:off x="5137122" y="3690434"/>
            <a:ext cx="1875879" cy="584775"/>
          </a:xfrm>
          <a:prstGeom prst="rect">
            <a:avLst/>
          </a:prstGeom>
          <a:noFill/>
          <a:effectLst>
            <a:outerShdw blurRad="50800" dist="38100" dir="2700000" algn="tl" rotWithShape="0">
              <a:schemeClr val="bg1">
                <a:lumMod val="50000"/>
                <a:alpha val="40000"/>
              </a:schemeClr>
            </a:outerShdw>
          </a:effectLst>
        </p:spPr>
        <p:txBody>
          <a:bodyPr wrap="square" rtlCol="0">
            <a:spAutoFit/>
          </a:bodyPr>
          <a:lstStyle/>
          <a:p>
            <a:pPr algn="ctr"/>
            <a:r>
              <a:rPr kumimoji="1" lang="en-US" altLang="zh-CN" sz="3200" b="1" dirty="0">
                <a:solidFill>
                  <a:schemeClr val="accent1"/>
                </a:solidFill>
                <a:latin typeface="Alibaba PuHuiTi" pitchFamily="18" charset="-122"/>
                <a:ea typeface="Alibaba PuHuiTi" pitchFamily="18" charset="-122"/>
                <a:cs typeface="Alibaba PuHuiTi" pitchFamily="18" charset="-122"/>
              </a:rPr>
              <a:t>VS</a:t>
            </a:r>
            <a:endParaRPr kumimoji="1" lang="zh-CN" altLang="en-US" sz="3200" b="1" dirty="0">
              <a:solidFill>
                <a:schemeClr val="accent1"/>
              </a:solidFill>
              <a:latin typeface="Alibaba PuHuiTi" pitchFamily="18" charset="-122"/>
              <a:ea typeface="Alibaba PuHuiTi" pitchFamily="18" charset="-122"/>
              <a:cs typeface="Alibaba PuHuiTi" pitchFamily="18" charset="-122"/>
            </a:endParaRPr>
          </a:p>
        </p:txBody>
      </p:sp>
      <p:sp>
        <p:nvSpPr>
          <p:cNvPr id="82" name="文本框 81">
            <a:extLst>
              <a:ext uri="{FF2B5EF4-FFF2-40B4-BE49-F238E27FC236}">
                <a16:creationId xmlns:a16="http://schemas.microsoft.com/office/drawing/2014/main" id="{37B0B274-253E-3BFE-0A99-0AEE2102DA0D}"/>
              </a:ext>
            </a:extLst>
          </p:cNvPr>
          <p:cNvSpPr txBox="1"/>
          <p:nvPr/>
        </p:nvSpPr>
        <p:spPr>
          <a:xfrm>
            <a:off x="8252816" y="2224162"/>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83" name="文本框 82">
            <a:extLst>
              <a:ext uri="{FF2B5EF4-FFF2-40B4-BE49-F238E27FC236}">
                <a16:creationId xmlns:a16="http://schemas.microsoft.com/office/drawing/2014/main" id="{6E835F1E-426E-4A4D-D36C-BAC67B96F0E1}"/>
              </a:ext>
            </a:extLst>
          </p:cNvPr>
          <p:cNvSpPr txBox="1"/>
          <p:nvPr/>
        </p:nvSpPr>
        <p:spPr>
          <a:xfrm>
            <a:off x="8252817" y="1851607"/>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94" name="任意形状 93">
            <a:extLst>
              <a:ext uri="{FF2B5EF4-FFF2-40B4-BE49-F238E27FC236}">
                <a16:creationId xmlns:a16="http://schemas.microsoft.com/office/drawing/2014/main" id="{CAD0A934-E746-4494-EF4A-7C7C03F1E5A6}"/>
              </a:ext>
            </a:extLst>
          </p:cNvPr>
          <p:cNvSpPr/>
          <p:nvPr/>
        </p:nvSpPr>
        <p:spPr>
          <a:xfrm>
            <a:off x="8204132" y="2941196"/>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8" name="文本框 97">
            <a:extLst>
              <a:ext uri="{FF2B5EF4-FFF2-40B4-BE49-F238E27FC236}">
                <a16:creationId xmlns:a16="http://schemas.microsoft.com/office/drawing/2014/main" id="{D5A536B0-1CB0-FE5B-F4E8-CD6027B98FF9}"/>
              </a:ext>
            </a:extLst>
          </p:cNvPr>
          <p:cNvSpPr txBox="1"/>
          <p:nvPr/>
        </p:nvSpPr>
        <p:spPr>
          <a:xfrm>
            <a:off x="8252816" y="5084273"/>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99" name="文本框 98">
            <a:extLst>
              <a:ext uri="{FF2B5EF4-FFF2-40B4-BE49-F238E27FC236}">
                <a16:creationId xmlns:a16="http://schemas.microsoft.com/office/drawing/2014/main" id="{17E88279-A203-634A-7154-4556B4E28BCD}"/>
              </a:ext>
            </a:extLst>
          </p:cNvPr>
          <p:cNvSpPr txBox="1"/>
          <p:nvPr/>
        </p:nvSpPr>
        <p:spPr>
          <a:xfrm>
            <a:off x="8252817" y="4711718"/>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00" name="任意形状 99">
            <a:extLst>
              <a:ext uri="{FF2B5EF4-FFF2-40B4-BE49-F238E27FC236}">
                <a16:creationId xmlns:a16="http://schemas.microsoft.com/office/drawing/2014/main" id="{AB8DEF94-CC39-09EF-3077-8B2E9787A072}"/>
              </a:ext>
            </a:extLst>
          </p:cNvPr>
          <p:cNvSpPr/>
          <p:nvPr/>
        </p:nvSpPr>
        <p:spPr>
          <a:xfrm>
            <a:off x="8204132" y="5801307"/>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2" name="文本框 101">
            <a:extLst>
              <a:ext uri="{FF2B5EF4-FFF2-40B4-BE49-F238E27FC236}">
                <a16:creationId xmlns:a16="http://schemas.microsoft.com/office/drawing/2014/main" id="{654E8E2C-C5DB-4E0C-1203-B87E5408127E}"/>
              </a:ext>
            </a:extLst>
          </p:cNvPr>
          <p:cNvSpPr txBox="1"/>
          <p:nvPr/>
        </p:nvSpPr>
        <p:spPr>
          <a:xfrm>
            <a:off x="8252816" y="3654217"/>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03" name="文本框 102">
            <a:extLst>
              <a:ext uri="{FF2B5EF4-FFF2-40B4-BE49-F238E27FC236}">
                <a16:creationId xmlns:a16="http://schemas.microsoft.com/office/drawing/2014/main" id="{89E9E069-37F2-9F00-2F74-3E16FF94D6E1}"/>
              </a:ext>
            </a:extLst>
          </p:cNvPr>
          <p:cNvSpPr txBox="1"/>
          <p:nvPr/>
        </p:nvSpPr>
        <p:spPr>
          <a:xfrm>
            <a:off x="8252817" y="3281662"/>
            <a:ext cx="2939202" cy="369332"/>
          </a:xfrm>
          <a:prstGeom prst="rect">
            <a:avLst/>
          </a:prstGeom>
          <a:noFill/>
        </p:spPr>
        <p:txBody>
          <a:bodyPr wrap="squar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04" name="任意形状 103">
            <a:extLst>
              <a:ext uri="{FF2B5EF4-FFF2-40B4-BE49-F238E27FC236}">
                <a16:creationId xmlns:a16="http://schemas.microsoft.com/office/drawing/2014/main" id="{A3678C68-5B3F-D1AA-0DD6-6475E43182C8}"/>
              </a:ext>
            </a:extLst>
          </p:cNvPr>
          <p:cNvSpPr/>
          <p:nvPr/>
        </p:nvSpPr>
        <p:spPr>
          <a:xfrm>
            <a:off x="8204132" y="4371251"/>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0" name="文本框 119">
            <a:extLst>
              <a:ext uri="{FF2B5EF4-FFF2-40B4-BE49-F238E27FC236}">
                <a16:creationId xmlns:a16="http://schemas.microsoft.com/office/drawing/2014/main" id="{431CBF34-6E6A-DABE-4D6D-11EC5644729E}"/>
              </a:ext>
            </a:extLst>
          </p:cNvPr>
          <p:cNvSpPr txBox="1"/>
          <p:nvPr/>
        </p:nvSpPr>
        <p:spPr>
          <a:xfrm>
            <a:off x="808471" y="2236862"/>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p>
        </p:txBody>
      </p:sp>
      <p:sp>
        <p:nvSpPr>
          <p:cNvPr id="121" name="文本框 120">
            <a:extLst>
              <a:ext uri="{FF2B5EF4-FFF2-40B4-BE49-F238E27FC236}">
                <a16:creationId xmlns:a16="http://schemas.microsoft.com/office/drawing/2014/main" id="{F96A4CB1-C281-30AA-D4BF-D7BDB929FD28}"/>
              </a:ext>
            </a:extLst>
          </p:cNvPr>
          <p:cNvSpPr txBox="1"/>
          <p:nvPr/>
        </p:nvSpPr>
        <p:spPr>
          <a:xfrm>
            <a:off x="808472" y="1864307"/>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2" name="任意形状 121">
            <a:extLst>
              <a:ext uri="{FF2B5EF4-FFF2-40B4-BE49-F238E27FC236}">
                <a16:creationId xmlns:a16="http://schemas.microsoft.com/office/drawing/2014/main" id="{9657343C-D38B-C650-595F-945539F2EDC7}"/>
              </a:ext>
            </a:extLst>
          </p:cNvPr>
          <p:cNvSpPr/>
          <p:nvPr/>
        </p:nvSpPr>
        <p:spPr>
          <a:xfrm>
            <a:off x="759787" y="2953896"/>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3" name="文本框 122">
            <a:extLst>
              <a:ext uri="{FF2B5EF4-FFF2-40B4-BE49-F238E27FC236}">
                <a16:creationId xmlns:a16="http://schemas.microsoft.com/office/drawing/2014/main" id="{68C7F19B-3FC9-D434-6337-D110994FAF8C}"/>
              </a:ext>
            </a:extLst>
          </p:cNvPr>
          <p:cNvSpPr txBox="1"/>
          <p:nvPr/>
        </p:nvSpPr>
        <p:spPr>
          <a:xfrm>
            <a:off x="808471" y="5096973"/>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24" name="文本框 123">
            <a:extLst>
              <a:ext uri="{FF2B5EF4-FFF2-40B4-BE49-F238E27FC236}">
                <a16:creationId xmlns:a16="http://schemas.microsoft.com/office/drawing/2014/main" id="{65522973-8FA5-4653-6C23-3C0AE3E3D132}"/>
              </a:ext>
            </a:extLst>
          </p:cNvPr>
          <p:cNvSpPr txBox="1"/>
          <p:nvPr/>
        </p:nvSpPr>
        <p:spPr>
          <a:xfrm>
            <a:off x="808472" y="4724418"/>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5" name="任意形状 124">
            <a:extLst>
              <a:ext uri="{FF2B5EF4-FFF2-40B4-BE49-F238E27FC236}">
                <a16:creationId xmlns:a16="http://schemas.microsoft.com/office/drawing/2014/main" id="{6699B506-FD8F-F04D-CBD1-389E0DCE634F}"/>
              </a:ext>
            </a:extLst>
          </p:cNvPr>
          <p:cNvSpPr/>
          <p:nvPr/>
        </p:nvSpPr>
        <p:spPr>
          <a:xfrm>
            <a:off x="759787" y="5814007"/>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6" name="文本框 125">
            <a:extLst>
              <a:ext uri="{FF2B5EF4-FFF2-40B4-BE49-F238E27FC236}">
                <a16:creationId xmlns:a16="http://schemas.microsoft.com/office/drawing/2014/main" id="{E9BA3242-3F20-D670-C291-EB1542EA93B7}"/>
              </a:ext>
            </a:extLst>
          </p:cNvPr>
          <p:cNvSpPr txBox="1"/>
          <p:nvPr/>
        </p:nvSpPr>
        <p:spPr>
          <a:xfrm>
            <a:off x="808471" y="3666917"/>
            <a:ext cx="2939204" cy="301557"/>
          </a:xfrm>
          <a:prstGeom prst="rect">
            <a:avLst/>
          </a:prstGeom>
          <a:noFill/>
          <a:ln>
            <a:noFill/>
          </a:ln>
        </p:spPr>
        <p:txBody>
          <a:bodyPr wrap="square" rtlCol="0">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a:t>
            </a:r>
            <a:endParaRPr lang="zh-CN" altLang="en-US" sz="1000" dirty="0">
              <a:effectLst/>
              <a:latin typeface="Alibaba PuHuiTi" pitchFamily="18" charset="-122"/>
              <a:ea typeface="Alibaba PuHuiTi" pitchFamily="18" charset="-122"/>
              <a:cs typeface="Alibaba PuHuiTi" pitchFamily="18" charset="-122"/>
            </a:endParaRPr>
          </a:p>
        </p:txBody>
      </p:sp>
      <p:sp>
        <p:nvSpPr>
          <p:cNvPr id="127" name="文本框 126">
            <a:extLst>
              <a:ext uri="{FF2B5EF4-FFF2-40B4-BE49-F238E27FC236}">
                <a16:creationId xmlns:a16="http://schemas.microsoft.com/office/drawing/2014/main" id="{D693049E-BCC2-B335-8A8E-75CC5A519223}"/>
              </a:ext>
            </a:extLst>
          </p:cNvPr>
          <p:cNvSpPr txBox="1"/>
          <p:nvPr/>
        </p:nvSpPr>
        <p:spPr>
          <a:xfrm>
            <a:off x="808472" y="3294362"/>
            <a:ext cx="2939202" cy="369332"/>
          </a:xfrm>
          <a:prstGeom prst="rect">
            <a:avLst/>
          </a:prstGeom>
          <a:noFill/>
        </p:spPr>
        <p:txBody>
          <a:bodyPr wrap="square" rtlCol="0">
            <a:spAutoFit/>
          </a:bodyPr>
          <a:lstStyle/>
          <a:p>
            <a:r>
              <a:rPr kumimoji="1" lang="zh-CN" altLang="en-US" b="1" dirty="0">
                <a:solidFill>
                  <a:schemeClr val="accent1"/>
                </a:solidFill>
                <a:latin typeface="Alibaba PuHuiTi" pitchFamily="18" charset="-122"/>
                <a:ea typeface="Alibaba PuHuiTi" pitchFamily="18" charset="-122"/>
                <a:cs typeface="Alibaba PuHuiTi" pitchFamily="18" charset="-122"/>
              </a:rPr>
              <a:t>这是标题</a:t>
            </a:r>
          </a:p>
        </p:txBody>
      </p:sp>
      <p:sp>
        <p:nvSpPr>
          <p:cNvPr id="128" name="任意形状 127">
            <a:extLst>
              <a:ext uri="{FF2B5EF4-FFF2-40B4-BE49-F238E27FC236}">
                <a16:creationId xmlns:a16="http://schemas.microsoft.com/office/drawing/2014/main" id="{6126C977-1C7D-96DC-C694-3C85A2752D5E}"/>
              </a:ext>
            </a:extLst>
          </p:cNvPr>
          <p:cNvSpPr/>
          <p:nvPr/>
        </p:nvSpPr>
        <p:spPr>
          <a:xfrm>
            <a:off x="759787" y="4383951"/>
            <a:ext cx="3036570" cy="12700"/>
          </a:xfrm>
          <a:custGeom>
            <a:avLst/>
            <a:gdLst>
              <a:gd name="csX0" fmla="*/ 0 w 3036570"/>
              <a:gd name="csY0" fmla="*/ 0 h 12700"/>
              <a:gd name="csX1" fmla="*/ 3036570 w 3036570"/>
              <a:gd name="csY1" fmla="*/ 0 h 12700"/>
            </a:gdLst>
            <a:ahLst/>
            <a:cxnLst>
              <a:cxn ang="0">
                <a:pos x="csX0" y="csY0"/>
              </a:cxn>
              <a:cxn ang="0">
                <a:pos x="csX1" y="csY1"/>
              </a:cxn>
            </a:cxnLst>
            <a:rect l="l" t="t" r="r" b="b"/>
            <a:pathLst>
              <a:path w="3036570" h="12700" fill="none" extrusionOk="0">
                <a:moveTo>
                  <a:pt x="0" y="0"/>
                </a:moveTo>
                <a:cubicBezTo>
                  <a:pt x="1066509" y="132882"/>
                  <a:pt x="1834413" y="-84951"/>
                  <a:pt x="3036570" y="0"/>
                </a:cubicBezTo>
              </a:path>
              <a:path w="3036570" h="12700" stroke="0" extrusionOk="0">
                <a:moveTo>
                  <a:pt x="0" y="0"/>
                </a:moveTo>
                <a:cubicBezTo>
                  <a:pt x="1370190" y="118645"/>
                  <a:pt x="2183979" y="116012"/>
                  <a:pt x="3036570" y="0"/>
                </a:cubicBezTo>
              </a:path>
            </a:pathLst>
          </a:custGeom>
          <a:ln w="15875" cap="rnd" cmpd="dbl">
            <a:solidFill>
              <a:schemeClr val="tx2"/>
            </a:solidFill>
            <a:prstDash val="dash"/>
            <a:bevel/>
            <a:extLst>
              <a:ext uri="{C807C97D-BFC1-408E-A445-0C87EB9F89A2}">
                <ask:lineSketchStyleProps xmlns:ask="http://schemas.microsoft.com/office/drawing/2018/sketchyshapes" sd="1219033472">
                  <a:custGeom>
                    <a:avLst/>
                    <a:gdLst>
                      <a:gd name="connsiteX0" fmla="*/ 0 w 3036570"/>
                      <a:gd name="connsiteY0" fmla="*/ 0 h 12700"/>
                      <a:gd name="connsiteX1" fmla="*/ 3036570 w 3036570"/>
                      <a:gd name="connsiteY1" fmla="*/ 0 h 12700"/>
                    </a:gdLst>
                    <a:ahLst/>
                    <a:cxnLst>
                      <a:cxn ang="0">
                        <a:pos x="connsiteX0" y="connsiteY0"/>
                      </a:cxn>
                      <a:cxn ang="0">
                        <a:pos x="connsiteX1" y="connsiteY1"/>
                      </a:cxn>
                    </a:cxnLst>
                    <a:rect l="l" t="t" r="r" b="b"/>
                    <a:pathLst>
                      <a:path w="3036570" h="12700">
                        <a:moveTo>
                          <a:pt x="0" y="0"/>
                        </a:moveTo>
                        <a:lnTo>
                          <a:pt x="3036570" y="0"/>
                        </a:lnTo>
                      </a:path>
                    </a:pathLst>
                  </a:custGeom>
                  <ask:type>
                    <ask:lineSketchCurved/>
                  </ask:type>
                </ask:lineSketchStyleProps>
              </a:ext>
            </a:extLst>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 name="文本框 2">
            <a:extLst>
              <a:ext uri="{FF2B5EF4-FFF2-40B4-BE49-F238E27FC236}">
                <a16:creationId xmlns:a16="http://schemas.microsoft.com/office/drawing/2014/main" id="{CA3A218D-7616-4035-675A-F8F7FF15DC6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14241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0661-7002-01FF-4FC9-B7CAC67B76A2}"/>
            </a:ext>
          </a:extLst>
        </p:cNvPr>
        <p:cNvGrpSpPr/>
        <p:nvPr/>
      </p:nvGrpSpPr>
      <p:grpSpPr>
        <a:xfrm>
          <a:off x="0" y="0"/>
          <a:ext cx="0" cy="0"/>
          <a:chOff x="0" y="0"/>
          <a:chExt cx="0" cy="0"/>
        </a:xfrm>
      </p:grpSpPr>
      <p:sp>
        <p:nvSpPr>
          <p:cNvPr id="2" name="右箭头 1">
            <a:extLst>
              <a:ext uri="{FF2B5EF4-FFF2-40B4-BE49-F238E27FC236}">
                <a16:creationId xmlns:a16="http://schemas.microsoft.com/office/drawing/2014/main" id="{AF45A224-5117-2C7B-CCF6-CD54B7D3252E}"/>
              </a:ext>
            </a:extLst>
          </p:cNvPr>
          <p:cNvSpPr/>
          <p:nvPr/>
        </p:nvSpPr>
        <p:spPr>
          <a:xfrm>
            <a:off x="451056" y="1811971"/>
            <a:ext cx="11282473" cy="827235"/>
          </a:xfrm>
          <a:prstGeom prst="rightArrow">
            <a:avLst/>
          </a:prstGeom>
          <a:gradFill>
            <a:gsLst>
              <a:gs pos="100000">
                <a:schemeClr val="accent1"/>
              </a:gs>
              <a:gs pos="0">
                <a:schemeClr val="accent1">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任意形状 8">
            <a:extLst>
              <a:ext uri="{FF2B5EF4-FFF2-40B4-BE49-F238E27FC236}">
                <a16:creationId xmlns:a16="http://schemas.microsoft.com/office/drawing/2014/main" id="{226F6669-E82A-B52C-6192-92C86E620DE6}"/>
              </a:ext>
            </a:extLst>
          </p:cNvPr>
          <p:cNvSpPr/>
          <p:nvPr/>
        </p:nvSpPr>
        <p:spPr>
          <a:xfrm>
            <a:off x="135763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1" y="1828800"/>
                  <a:pt x="0" y="1419409"/>
                  <a:pt x="0" y="914400"/>
                </a:cubicBezTo>
                <a:cubicBezTo>
                  <a:pt x="0" y="409391"/>
                  <a:pt x="409391" y="0"/>
                  <a:pt x="914400" y="0"/>
                </a:cubicBezTo>
                <a:cubicBezTo>
                  <a:pt x="1419409" y="0"/>
                  <a:pt x="1828800" y="409391"/>
                  <a:pt x="1828800" y="914400"/>
                </a:cubicBezTo>
                <a:close/>
              </a:path>
            </a:pathLst>
          </a:custGeom>
          <a:solidFill>
            <a:schemeClr val="accent1"/>
          </a:solidFill>
          <a:ln w="63500" cap="flat">
            <a:solidFill>
              <a:schemeClr val="bg1"/>
            </a:solidFill>
            <a:prstDash val="solid"/>
            <a:miter/>
          </a:ln>
          <a:effectLst>
            <a:glow rad="185996">
              <a:schemeClr val="accent1">
                <a:alpha val="57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73DCD19C-F1D1-9855-5088-9BEFB3CCD508}"/>
              </a:ext>
            </a:extLst>
          </p:cNvPr>
          <p:cNvSpPr/>
          <p:nvPr/>
        </p:nvSpPr>
        <p:spPr>
          <a:xfrm>
            <a:off x="390652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1" y="1828800"/>
                  <a:pt x="0" y="1419409"/>
                  <a:pt x="0" y="914400"/>
                </a:cubicBezTo>
                <a:cubicBezTo>
                  <a:pt x="0" y="409391"/>
                  <a:pt x="409391" y="0"/>
                  <a:pt x="914400" y="0"/>
                </a:cubicBezTo>
                <a:cubicBezTo>
                  <a:pt x="1419409" y="0"/>
                  <a:pt x="1828800" y="409391"/>
                  <a:pt x="1828800" y="914400"/>
                </a:cubicBezTo>
                <a:close/>
              </a:path>
            </a:pathLst>
          </a:custGeom>
          <a:solidFill>
            <a:schemeClr val="accent2"/>
          </a:solidFill>
          <a:ln w="63500" cap="flat">
            <a:solidFill>
              <a:schemeClr val="bg1"/>
            </a:solidFill>
            <a:prstDash val="solid"/>
            <a:miter/>
          </a:ln>
          <a:effectLst>
            <a:glow rad="181413">
              <a:schemeClr val="accent2">
                <a:satMod val="175000"/>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任意形状 10">
            <a:extLst>
              <a:ext uri="{FF2B5EF4-FFF2-40B4-BE49-F238E27FC236}">
                <a16:creationId xmlns:a16="http://schemas.microsoft.com/office/drawing/2014/main" id="{06DC5178-02E6-4625-0412-A425E43DEFBD}"/>
              </a:ext>
            </a:extLst>
          </p:cNvPr>
          <p:cNvSpPr/>
          <p:nvPr/>
        </p:nvSpPr>
        <p:spPr>
          <a:xfrm>
            <a:off x="645668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10" y="1828800"/>
                  <a:pt x="914400" y="1828800"/>
                </a:cubicBezTo>
                <a:cubicBezTo>
                  <a:pt x="409391" y="1828800"/>
                  <a:pt x="0" y="1419409"/>
                  <a:pt x="0" y="914400"/>
                </a:cubicBezTo>
                <a:cubicBezTo>
                  <a:pt x="0" y="409391"/>
                  <a:pt x="409391" y="0"/>
                  <a:pt x="914400" y="0"/>
                </a:cubicBezTo>
                <a:cubicBezTo>
                  <a:pt x="1419410" y="0"/>
                  <a:pt x="1828800" y="409391"/>
                  <a:pt x="1828800" y="914400"/>
                </a:cubicBezTo>
                <a:close/>
              </a:path>
            </a:pathLst>
          </a:custGeom>
          <a:solidFill>
            <a:schemeClr val="accent3"/>
          </a:solidFill>
          <a:ln w="63500" cap="flat">
            <a:solidFill>
              <a:schemeClr val="bg1"/>
            </a:solidFill>
            <a:prstDash val="solid"/>
            <a:miter/>
          </a:ln>
          <a:effectLst>
            <a:glow rad="202024">
              <a:schemeClr val="bg2">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 name="任意形状 11">
            <a:extLst>
              <a:ext uri="{FF2B5EF4-FFF2-40B4-BE49-F238E27FC236}">
                <a16:creationId xmlns:a16="http://schemas.microsoft.com/office/drawing/2014/main" id="{57A313BF-38E7-30F6-7EE1-F2C2FB677659}"/>
              </a:ext>
            </a:extLst>
          </p:cNvPr>
          <p:cNvSpPr/>
          <p:nvPr/>
        </p:nvSpPr>
        <p:spPr>
          <a:xfrm>
            <a:off x="9005570" y="1311188"/>
            <a:ext cx="1828800" cy="1828800"/>
          </a:xfrm>
          <a:custGeom>
            <a:avLst/>
            <a:gdLst>
              <a:gd name="connsiteX0" fmla="*/ 1828800 w 1828800"/>
              <a:gd name="connsiteY0" fmla="*/ 914400 h 1828800"/>
              <a:gd name="connsiteX1" fmla="*/ 914400 w 1828800"/>
              <a:gd name="connsiteY1" fmla="*/ 1828800 h 1828800"/>
              <a:gd name="connsiteX2" fmla="*/ 0 w 1828800"/>
              <a:gd name="connsiteY2" fmla="*/ 914400 h 1828800"/>
              <a:gd name="connsiteX3" fmla="*/ 914400 w 1828800"/>
              <a:gd name="connsiteY3" fmla="*/ 0 h 1828800"/>
              <a:gd name="connsiteX4" fmla="*/ 1828800 w 1828800"/>
              <a:gd name="connsiteY4" fmla="*/ 914400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1828800">
                <a:moveTo>
                  <a:pt x="1828800" y="914400"/>
                </a:moveTo>
                <a:cubicBezTo>
                  <a:pt x="1828800" y="1419409"/>
                  <a:pt x="1419409" y="1828800"/>
                  <a:pt x="914400" y="1828800"/>
                </a:cubicBezTo>
                <a:cubicBezTo>
                  <a:pt x="409390" y="1828800"/>
                  <a:pt x="0" y="1419409"/>
                  <a:pt x="0" y="914400"/>
                </a:cubicBezTo>
                <a:cubicBezTo>
                  <a:pt x="0" y="409391"/>
                  <a:pt x="409390" y="0"/>
                  <a:pt x="914400" y="0"/>
                </a:cubicBezTo>
                <a:cubicBezTo>
                  <a:pt x="1419409" y="0"/>
                  <a:pt x="1828800" y="409391"/>
                  <a:pt x="1828800" y="914400"/>
                </a:cubicBezTo>
                <a:close/>
              </a:path>
            </a:pathLst>
          </a:custGeom>
          <a:solidFill>
            <a:schemeClr val="accent4"/>
          </a:solidFill>
          <a:ln w="63500" cap="flat">
            <a:solidFill>
              <a:schemeClr val="bg1"/>
            </a:solidFill>
            <a:prstDash val="solid"/>
            <a:miter/>
          </a:ln>
          <a:effectLst>
            <a:glow rad="186569">
              <a:schemeClr val="accent2">
                <a:satMod val="175000"/>
                <a:alpha val="40000"/>
              </a:schemeClr>
            </a:glo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5" name="文本框 24">
            <a:extLst>
              <a:ext uri="{FF2B5EF4-FFF2-40B4-BE49-F238E27FC236}">
                <a16:creationId xmlns:a16="http://schemas.microsoft.com/office/drawing/2014/main" id="{7C5D1BE1-1870-942F-A75B-1020ABFCDE5B}"/>
              </a:ext>
            </a:extLst>
          </p:cNvPr>
          <p:cNvSpPr txBox="1"/>
          <p:nvPr/>
        </p:nvSpPr>
        <p:spPr>
          <a:xfrm>
            <a:off x="1394947"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31" name="Freeform 82">
            <a:extLst>
              <a:ext uri="{FF2B5EF4-FFF2-40B4-BE49-F238E27FC236}">
                <a16:creationId xmlns:a16="http://schemas.microsoft.com/office/drawing/2014/main" id="{F54045B6-E298-5B20-B1B4-215A4B21A1FE}"/>
              </a:ext>
            </a:extLst>
          </p:cNvPr>
          <p:cNvSpPr>
            <a:spLocks noChangeArrowheads="1"/>
          </p:cNvSpPr>
          <p:nvPr/>
        </p:nvSpPr>
        <p:spPr bwMode="auto">
          <a:xfrm>
            <a:off x="2072798" y="1609804"/>
            <a:ext cx="398462" cy="377825"/>
          </a:xfrm>
          <a:custGeom>
            <a:avLst/>
            <a:gdLst>
              <a:gd name="T0" fmla="*/ 757 w 1108"/>
              <a:gd name="T1" fmla="*/ 612 h 1050"/>
              <a:gd name="T2" fmla="*/ 844 w 1108"/>
              <a:gd name="T3" fmla="*/ 525 h 1050"/>
              <a:gd name="T4" fmla="*/ 757 w 1108"/>
              <a:gd name="T5" fmla="*/ 437 h 1050"/>
              <a:gd name="T6" fmla="*/ 669 w 1108"/>
              <a:gd name="T7" fmla="*/ 525 h 1050"/>
              <a:gd name="T8" fmla="*/ 757 w 1108"/>
              <a:gd name="T9" fmla="*/ 612 h 1050"/>
              <a:gd name="T10" fmla="*/ 525 w 1108"/>
              <a:gd name="T11" fmla="*/ 757 h 1050"/>
              <a:gd name="T12" fmla="*/ 525 w 1108"/>
              <a:gd name="T13" fmla="*/ 293 h 1050"/>
              <a:gd name="T14" fmla="*/ 1107 w 1108"/>
              <a:gd name="T15" fmla="*/ 293 h 1050"/>
              <a:gd name="T16" fmla="*/ 1107 w 1108"/>
              <a:gd name="T17" fmla="*/ 757 h 1050"/>
              <a:gd name="T18" fmla="*/ 525 w 1108"/>
              <a:gd name="T19" fmla="*/ 757 h 1050"/>
              <a:gd name="T20" fmla="*/ 1049 w 1108"/>
              <a:gd name="T21" fmla="*/ 932 h 1050"/>
              <a:gd name="T22" fmla="*/ 932 w 1108"/>
              <a:gd name="T23" fmla="*/ 1049 h 1050"/>
              <a:gd name="T24" fmla="*/ 117 w 1108"/>
              <a:gd name="T25" fmla="*/ 1049 h 1050"/>
              <a:gd name="T26" fmla="*/ 0 w 1108"/>
              <a:gd name="T27" fmla="*/ 932 h 1050"/>
              <a:gd name="T28" fmla="*/ 0 w 1108"/>
              <a:gd name="T29" fmla="*/ 118 h 1050"/>
              <a:gd name="T30" fmla="*/ 117 w 1108"/>
              <a:gd name="T31" fmla="*/ 0 h 1050"/>
              <a:gd name="T32" fmla="*/ 932 w 1108"/>
              <a:gd name="T33" fmla="*/ 0 h 1050"/>
              <a:gd name="T34" fmla="*/ 1049 w 1108"/>
              <a:gd name="T35" fmla="*/ 118 h 1050"/>
              <a:gd name="T36" fmla="*/ 1049 w 1108"/>
              <a:gd name="T37" fmla="*/ 175 h 1050"/>
              <a:gd name="T38" fmla="*/ 525 w 1108"/>
              <a:gd name="T39" fmla="*/ 175 h 1050"/>
              <a:gd name="T40" fmla="*/ 407 w 1108"/>
              <a:gd name="T41" fmla="*/ 293 h 1050"/>
              <a:gd name="T42" fmla="*/ 407 w 1108"/>
              <a:gd name="T43" fmla="*/ 757 h 1050"/>
              <a:gd name="T44" fmla="*/ 525 w 1108"/>
              <a:gd name="T45" fmla="*/ 875 h 1050"/>
              <a:gd name="T46" fmla="*/ 1049 w 1108"/>
              <a:gd name="T47" fmla="*/ 875 h 1050"/>
              <a:gd name="T48" fmla="*/ 1049 w 1108"/>
              <a:gd name="T49" fmla="*/ 932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08" h="1050">
                <a:moveTo>
                  <a:pt x="757" y="612"/>
                </a:moveTo>
                <a:cubicBezTo>
                  <a:pt x="806" y="612"/>
                  <a:pt x="844" y="574"/>
                  <a:pt x="844" y="525"/>
                </a:cubicBezTo>
                <a:cubicBezTo>
                  <a:pt x="844" y="476"/>
                  <a:pt x="806" y="437"/>
                  <a:pt x="757" y="437"/>
                </a:cubicBezTo>
                <a:cubicBezTo>
                  <a:pt x="708" y="437"/>
                  <a:pt x="669" y="476"/>
                  <a:pt x="669" y="525"/>
                </a:cubicBezTo>
                <a:cubicBezTo>
                  <a:pt x="669" y="574"/>
                  <a:pt x="708" y="612"/>
                  <a:pt x="757" y="612"/>
                </a:cubicBezTo>
                <a:close/>
                <a:moveTo>
                  <a:pt x="525" y="757"/>
                </a:moveTo>
                <a:lnTo>
                  <a:pt x="525" y="293"/>
                </a:lnTo>
                <a:lnTo>
                  <a:pt x="1107" y="293"/>
                </a:lnTo>
                <a:lnTo>
                  <a:pt x="1107" y="757"/>
                </a:lnTo>
                <a:lnTo>
                  <a:pt x="525" y="757"/>
                </a:lnTo>
                <a:close/>
                <a:moveTo>
                  <a:pt x="1049" y="932"/>
                </a:moveTo>
                <a:cubicBezTo>
                  <a:pt x="1049" y="995"/>
                  <a:pt x="995" y="1049"/>
                  <a:pt x="932" y="1049"/>
                </a:cubicBezTo>
                <a:lnTo>
                  <a:pt x="117" y="1049"/>
                </a:lnTo>
                <a:cubicBezTo>
                  <a:pt x="52" y="1049"/>
                  <a:pt x="0" y="995"/>
                  <a:pt x="0" y="932"/>
                </a:cubicBezTo>
                <a:lnTo>
                  <a:pt x="0" y="118"/>
                </a:lnTo>
                <a:cubicBezTo>
                  <a:pt x="0" y="55"/>
                  <a:pt x="52" y="0"/>
                  <a:pt x="117" y="0"/>
                </a:cubicBezTo>
                <a:lnTo>
                  <a:pt x="932" y="0"/>
                </a:lnTo>
                <a:cubicBezTo>
                  <a:pt x="995" y="0"/>
                  <a:pt x="1049" y="55"/>
                  <a:pt x="1049" y="118"/>
                </a:cubicBezTo>
                <a:lnTo>
                  <a:pt x="1049" y="175"/>
                </a:lnTo>
                <a:lnTo>
                  <a:pt x="525" y="175"/>
                </a:lnTo>
                <a:cubicBezTo>
                  <a:pt x="459" y="175"/>
                  <a:pt x="407" y="230"/>
                  <a:pt x="407" y="293"/>
                </a:cubicBezTo>
                <a:lnTo>
                  <a:pt x="407" y="757"/>
                </a:lnTo>
                <a:cubicBezTo>
                  <a:pt x="407" y="820"/>
                  <a:pt x="459" y="875"/>
                  <a:pt x="525" y="875"/>
                </a:cubicBezTo>
                <a:lnTo>
                  <a:pt x="1049" y="875"/>
                </a:lnTo>
                <a:lnTo>
                  <a:pt x="1049" y="932"/>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2" name="Freeform 131">
            <a:extLst>
              <a:ext uri="{FF2B5EF4-FFF2-40B4-BE49-F238E27FC236}">
                <a16:creationId xmlns:a16="http://schemas.microsoft.com/office/drawing/2014/main" id="{FBD167A3-9BCE-79AA-891E-8498DA02B54E}"/>
              </a:ext>
            </a:extLst>
          </p:cNvPr>
          <p:cNvSpPr>
            <a:spLocks noChangeArrowheads="1"/>
          </p:cNvSpPr>
          <p:nvPr/>
        </p:nvSpPr>
        <p:spPr bwMode="auto">
          <a:xfrm>
            <a:off x="4618142" y="1588373"/>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3" name="Freeform 51">
            <a:extLst>
              <a:ext uri="{FF2B5EF4-FFF2-40B4-BE49-F238E27FC236}">
                <a16:creationId xmlns:a16="http://schemas.microsoft.com/office/drawing/2014/main" id="{1320A63F-D936-F20A-CBD9-495A4B22292F}"/>
              </a:ext>
            </a:extLst>
          </p:cNvPr>
          <p:cNvSpPr>
            <a:spLocks noChangeArrowheads="1"/>
          </p:cNvSpPr>
          <p:nvPr/>
        </p:nvSpPr>
        <p:spPr bwMode="auto">
          <a:xfrm>
            <a:off x="7181595" y="1578054"/>
            <a:ext cx="377825" cy="441325"/>
          </a:xfrm>
          <a:custGeom>
            <a:avLst/>
            <a:gdLst>
              <a:gd name="T0" fmla="*/ 875 w 1051"/>
              <a:gd name="T1" fmla="*/ 814 h 1225"/>
              <a:gd name="T2" fmla="*/ 875 w 1051"/>
              <a:gd name="T3" fmla="*/ 762 h 1225"/>
              <a:gd name="T4" fmla="*/ 525 w 1051"/>
              <a:gd name="T5" fmla="*/ 582 h 1225"/>
              <a:gd name="T6" fmla="*/ 175 w 1051"/>
              <a:gd name="T7" fmla="*/ 762 h 1225"/>
              <a:gd name="T8" fmla="*/ 175 w 1051"/>
              <a:gd name="T9" fmla="*/ 814 h 1225"/>
              <a:gd name="T10" fmla="*/ 875 w 1051"/>
              <a:gd name="T11" fmla="*/ 814 h 1225"/>
              <a:gd name="T12" fmla="*/ 525 w 1051"/>
              <a:gd name="T13" fmla="*/ 191 h 1225"/>
              <a:gd name="T14" fmla="*/ 366 w 1051"/>
              <a:gd name="T15" fmla="*/ 350 h 1225"/>
              <a:gd name="T16" fmla="*/ 525 w 1051"/>
              <a:gd name="T17" fmla="*/ 505 h 1225"/>
              <a:gd name="T18" fmla="*/ 683 w 1051"/>
              <a:gd name="T19" fmla="*/ 350 h 1225"/>
              <a:gd name="T20" fmla="*/ 525 w 1051"/>
              <a:gd name="T21" fmla="*/ 191 h 1225"/>
              <a:gd name="T22" fmla="*/ 932 w 1051"/>
              <a:gd name="T23" fmla="*/ 0 h 1225"/>
              <a:gd name="T24" fmla="*/ 1050 w 1051"/>
              <a:gd name="T25" fmla="*/ 115 h 1225"/>
              <a:gd name="T26" fmla="*/ 1050 w 1051"/>
              <a:gd name="T27" fmla="*/ 932 h 1225"/>
              <a:gd name="T28" fmla="*/ 932 w 1051"/>
              <a:gd name="T29" fmla="*/ 1049 h 1225"/>
              <a:gd name="T30" fmla="*/ 700 w 1051"/>
              <a:gd name="T31" fmla="*/ 1049 h 1225"/>
              <a:gd name="T32" fmla="*/ 525 w 1051"/>
              <a:gd name="T33" fmla="*/ 1224 h 1225"/>
              <a:gd name="T34" fmla="*/ 350 w 1051"/>
              <a:gd name="T35" fmla="*/ 1049 h 1225"/>
              <a:gd name="T36" fmla="*/ 118 w 1051"/>
              <a:gd name="T37" fmla="*/ 1049 h 1225"/>
              <a:gd name="T38" fmla="*/ 0 w 1051"/>
              <a:gd name="T39" fmla="*/ 932 h 1225"/>
              <a:gd name="T40" fmla="*/ 0 w 1051"/>
              <a:gd name="T41" fmla="*/ 115 h 1225"/>
              <a:gd name="T42" fmla="*/ 118 w 1051"/>
              <a:gd name="T43" fmla="*/ 0 h 1225"/>
              <a:gd name="T44" fmla="*/ 932 w 1051"/>
              <a:gd name="T45" fmla="*/ 0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1" h="1225">
                <a:moveTo>
                  <a:pt x="875" y="814"/>
                </a:moveTo>
                <a:lnTo>
                  <a:pt x="875" y="762"/>
                </a:lnTo>
                <a:cubicBezTo>
                  <a:pt x="875" y="645"/>
                  <a:pt x="643" y="582"/>
                  <a:pt x="525" y="582"/>
                </a:cubicBezTo>
                <a:cubicBezTo>
                  <a:pt x="408" y="582"/>
                  <a:pt x="175" y="645"/>
                  <a:pt x="175" y="762"/>
                </a:cubicBezTo>
                <a:lnTo>
                  <a:pt x="175" y="814"/>
                </a:lnTo>
                <a:lnTo>
                  <a:pt x="875" y="814"/>
                </a:lnTo>
                <a:close/>
                <a:moveTo>
                  <a:pt x="525" y="191"/>
                </a:moveTo>
                <a:cubicBezTo>
                  <a:pt x="438" y="191"/>
                  <a:pt x="366" y="263"/>
                  <a:pt x="366" y="350"/>
                </a:cubicBezTo>
                <a:cubicBezTo>
                  <a:pt x="366" y="438"/>
                  <a:pt x="438" y="505"/>
                  <a:pt x="525" y="505"/>
                </a:cubicBezTo>
                <a:cubicBezTo>
                  <a:pt x="612" y="505"/>
                  <a:pt x="683" y="438"/>
                  <a:pt x="683" y="350"/>
                </a:cubicBezTo>
                <a:cubicBezTo>
                  <a:pt x="683" y="263"/>
                  <a:pt x="612" y="191"/>
                  <a:pt x="525" y="191"/>
                </a:cubicBezTo>
                <a:close/>
                <a:moveTo>
                  <a:pt x="932" y="0"/>
                </a:moveTo>
                <a:cubicBezTo>
                  <a:pt x="995" y="0"/>
                  <a:pt x="1050" y="52"/>
                  <a:pt x="1050" y="115"/>
                </a:cubicBezTo>
                <a:lnTo>
                  <a:pt x="1050" y="932"/>
                </a:lnTo>
                <a:cubicBezTo>
                  <a:pt x="1050" y="995"/>
                  <a:pt x="995" y="1049"/>
                  <a:pt x="932" y="1049"/>
                </a:cubicBezTo>
                <a:lnTo>
                  <a:pt x="700" y="1049"/>
                </a:lnTo>
                <a:lnTo>
                  <a:pt x="525" y="1224"/>
                </a:lnTo>
                <a:lnTo>
                  <a:pt x="350" y="1049"/>
                </a:lnTo>
                <a:lnTo>
                  <a:pt x="118" y="1049"/>
                </a:lnTo>
                <a:cubicBezTo>
                  <a:pt x="52" y="1049"/>
                  <a:pt x="0" y="995"/>
                  <a:pt x="0" y="932"/>
                </a:cubicBezTo>
                <a:lnTo>
                  <a:pt x="0" y="115"/>
                </a:lnTo>
                <a:cubicBezTo>
                  <a:pt x="0" y="52"/>
                  <a:pt x="52" y="0"/>
                  <a:pt x="118" y="0"/>
                </a:cubicBezTo>
                <a:lnTo>
                  <a:pt x="932" y="0"/>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4" name="Freeform 20">
            <a:extLst>
              <a:ext uri="{FF2B5EF4-FFF2-40B4-BE49-F238E27FC236}">
                <a16:creationId xmlns:a16="http://schemas.microsoft.com/office/drawing/2014/main" id="{78725338-374E-60D5-B124-125A983A85B0}"/>
              </a:ext>
            </a:extLst>
          </p:cNvPr>
          <p:cNvSpPr>
            <a:spLocks noChangeArrowheads="1"/>
          </p:cNvSpPr>
          <p:nvPr/>
        </p:nvSpPr>
        <p:spPr bwMode="auto">
          <a:xfrm>
            <a:off x="9709151" y="1609804"/>
            <a:ext cx="377825" cy="377825"/>
          </a:xfrm>
          <a:custGeom>
            <a:avLst/>
            <a:gdLst>
              <a:gd name="T0" fmla="*/ 817 w 1051"/>
              <a:gd name="T1" fmla="*/ 817 h 1051"/>
              <a:gd name="T2" fmla="*/ 817 w 1051"/>
              <a:gd name="T3" fmla="*/ 582 h 1051"/>
              <a:gd name="T4" fmla="*/ 700 w 1051"/>
              <a:gd name="T5" fmla="*/ 582 h 1051"/>
              <a:gd name="T6" fmla="*/ 700 w 1051"/>
              <a:gd name="T7" fmla="*/ 817 h 1051"/>
              <a:gd name="T8" fmla="*/ 817 w 1051"/>
              <a:gd name="T9" fmla="*/ 817 h 1051"/>
              <a:gd name="T10" fmla="*/ 582 w 1051"/>
              <a:gd name="T11" fmla="*/ 817 h 1051"/>
              <a:gd name="T12" fmla="*/ 582 w 1051"/>
              <a:gd name="T13" fmla="*/ 232 h 1051"/>
              <a:gd name="T14" fmla="*/ 467 w 1051"/>
              <a:gd name="T15" fmla="*/ 232 h 1051"/>
              <a:gd name="T16" fmla="*/ 467 w 1051"/>
              <a:gd name="T17" fmla="*/ 817 h 1051"/>
              <a:gd name="T18" fmla="*/ 582 w 1051"/>
              <a:gd name="T19" fmla="*/ 817 h 1051"/>
              <a:gd name="T20" fmla="*/ 350 w 1051"/>
              <a:gd name="T21" fmla="*/ 817 h 1051"/>
              <a:gd name="T22" fmla="*/ 350 w 1051"/>
              <a:gd name="T23" fmla="*/ 407 h 1051"/>
              <a:gd name="T24" fmla="*/ 232 w 1051"/>
              <a:gd name="T25" fmla="*/ 407 h 1051"/>
              <a:gd name="T26" fmla="*/ 232 w 1051"/>
              <a:gd name="T27" fmla="*/ 817 h 1051"/>
              <a:gd name="T28" fmla="*/ 350 w 1051"/>
              <a:gd name="T29" fmla="*/ 817 h 1051"/>
              <a:gd name="T30" fmla="*/ 932 w 1051"/>
              <a:gd name="T31" fmla="*/ 0 h 1051"/>
              <a:gd name="T32" fmla="*/ 1050 w 1051"/>
              <a:gd name="T33" fmla="*/ 118 h 1051"/>
              <a:gd name="T34" fmla="*/ 1050 w 1051"/>
              <a:gd name="T35" fmla="*/ 932 h 1051"/>
              <a:gd name="T36" fmla="*/ 932 w 1051"/>
              <a:gd name="T37" fmla="*/ 1050 h 1051"/>
              <a:gd name="T38" fmla="*/ 117 w 1051"/>
              <a:gd name="T39" fmla="*/ 1050 h 1051"/>
              <a:gd name="T40" fmla="*/ 0 w 1051"/>
              <a:gd name="T41" fmla="*/ 932 h 1051"/>
              <a:gd name="T42" fmla="*/ 0 w 1051"/>
              <a:gd name="T43" fmla="*/ 118 h 1051"/>
              <a:gd name="T44" fmla="*/ 117 w 1051"/>
              <a:gd name="T45" fmla="*/ 0 h 1051"/>
              <a:gd name="T46" fmla="*/ 932 w 1051"/>
              <a:gd name="T47" fmla="*/ 0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1" h="1051">
                <a:moveTo>
                  <a:pt x="817" y="817"/>
                </a:moveTo>
                <a:lnTo>
                  <a:pt x="817" y="582"/>
                </a:lnTo>
                <a:lnTo>
                  <a:pt x="700" y="582"/>
                </a:lnTo>
                <a:lnTo>
                  <a:pt x="700" y="817"/>
                </a:lnTo>
                <a:lnTo>
                  <a:pt x="817" y="817"/>
                </a:lnTo>
                <a:close/>
                <a:moveTo>
                  <a:pt x="582" y="817"/>
                </a:moveTo>
                <a:lnTo>
                  <a:pt x="582" y="232"/>
                </a:lnTo>
                <a:lnTo>
                  <a:pt x="467" y="232"/>
                </a:lnTo>
                <a:lnTo>
                  <a:pt x="467" y="817"/>
                </a:lnTo>
                <a:lnTo>
                  <a:pt x="582" y="817"/>
                </a:lnTo>
                <a:close/>
                <a:moveTo>
                  <a:pt x="350" y="817"/>
                </a:moveTo>
                <a:lnTo>
                  <a:pt x="350" y="407"/>
                </a:lnTo>
                <a:lnTo>
                  <a:pt x="232" y="407"/>
                </a:lnTo>
                <a:lnTo>
                  <a:pt x="232" y="817"/>
                </a:lnTo>
                <a:lnTo>
                  <a:pt x="350" y="817"/>
                </a:lnTo>
                <a:close/>
                <a:moveTo>
                  <a:pt x="932" y="0"/>
                </a:moveTo>
                <a:cubicBezTo>
                  <a:pt x="995" y="0"/>
                  <a:pt x="1050" y="55"/>
                  <a:pt x="1050" y="118"/>
                </a:cubicBezTo>
                <a:lnTo>
                  <a:pt x="1050" y="932"/>
                </a:lnTo>
                <a:cubicBezTo>
                  <a:pt x="1050" y="995"/>
                  <a:pt x="995" y="1050"/>
                  <a:pt x="932" y="1050"/>
                </a:cubicBezTo>
                <a:lnTo>
                  <a:pt x="117" y="1050"/>
                </a:lnTo>
                <a:cubicBezTo>
                  <a:pt x="55" y="1050"/>
                  <a:pt x="0" y="995"/>
                  <a:pt x="0" y="932"/>
                </a:cubicBezTo>
                <a:lnTo>
                  <a:pt x="0" y="118"/>
                </a:lnTo>
                <a:cubicBezTo>
                  <a:pt x="0" y="55"/>
                  <a:pt x="55" y="0"/>
                  <a:pt x="117" y="0"/>
                </a:cubicBezTo>
                <a:lnTo>
                  <a:pt x="932" y="0"/>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7" name="任意形状 36">
            <a:extLst>
              <a:ext uri="{FF2B5EF4-FFF2-40B4-BE49-F238E27FC236}">
                <a16:creationId xmlns:a16="http://schemas.microsoft.com/office/drawing/2014/main" id="{1090E2BA-AA5B-5B08-20A5-C6B74636D4A2}"/>
              </a:ext>
            </a:extLst>
          </p:cNvPr>
          <p:cNvSpPr/>
          <p:nvPr/>
        </p:nvSpPr>
        <p:spPr>
          <a:xfrm>
            <a:off x="9005569" y="612375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4"/>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行业知识</a:t>
            </a:r>
          </a:p>
        </p:txBody>
      </p:sp>
      <p:sp>
        <p:nvSpPr>
          <p:cNvPr id="39" name="文本框 38">
            <a:extLst>
              <a:ext uri="{FF2B5EF4-FFF2-40B4-BE49-F238E27FC236}">
                <a16:creationId xmlns:a16="http://schemas.microsoft.com/office/drawing/2014/main" id="{05F68673-8DB8-E14E-515D-ECD0A96E6777}"/>
              </a:ext>
            </a:extLst>
          </p:cNvPr>
          <p:cNvSpPr txBox="1"/>
          <p:nvPr/>
        </p:nvSpPr>
        <p:spPr>
          <a:xfrm>
            <a:off x="9005569" y="328380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40" name="任意形状 39">
            <a:extLst>
              <a:ext uri="{FF2B5EF4-FFF2-40B4-BE49-F238E27FC236}">
                <a16:creationId xmlns:a16="http://schemas.microsoft.com/office/drawing/2014/main" id="{374CF9F3-9BC3-E0AF-1072-5A286D85AC97}"/>
              </a:ext>
            </a:extLst>
          </p:cNvPr>
          <p:cNvSpPr/>
          <p:nvPr/>
        </p:nvSpPr>
        <p:spPr>
          <a:xfrm>
            <a:off x="6456680" y="612375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3"/>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行业知识</a:t>
            </a:r>
          </a:p>
        </p:txBody>
      </p:sp>
      <p:sp>
        <p:nvSpPr>
          <p:cNvPr id="41" name="文本框 40">
            <a:extLst>
              <a:ext uri="{FF2B5EF4-FFF2-40B4-BE49-F238E27FC236}">
                <a16:creationId xmlns:a16="http://schemas.microsoft.com/office/drawing/2014/main" id="{077098FE-97E4-7EBD-680F-83A9E7375A9C}"/>
              </a:ext>
            </a:extLst>
          </p:cNvPr>
          <p:cNvSpPr txBox="1"/>
          <p:nvPr/>
        </p:nvSpPr>
        <p:spPr>
          <a:xfrm>
            <a:off x="6456680" y="328380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42" name="任意形状 41">
            <a:extLst>
              <a:ext uri="{FF2B5EF4-FFF2-40B4-BE49-F238E27FC236}">
                <a16:creationId xmlns:a16="http://schemas.microsoft.com/office/drawing/2014/main" id="{40C3A0F2-1E7E-1D11-24CC-242C8E9943DB}"/>
              </a:ext>
            </a:extLst>
          </p:cNvPr>
          <p:cNvSpPr/>
          <p:nvPr/>
        </p:nvSpPr>
        <p:spPr>
          <a:xfrm>
            <a:off x="3906520" y="610232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2"/>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行业知识</a:t>
            </a:r>
          </a:p>
        </p:txBody>
      </p:sp>
      <p:sp>
        <p:nvSpPr>
          <p:cNvPr id="43" name="文本框 42">
            <a:extLst>
              <a:ext uri="{FF2B5EF4-FFF2-40B4-BE49-F238E27FC236}">
                <a16:creationId xmlns:a16="http://schemas.microsoft.com/office/drawing/2014/main" id="{59A697D1-D880-E936-169A-C7D71A966422}"/>
              </a:ext>
            </a:extLst>
          </p:cNvPr>
          <p:cNvSpPr txBox="1"/>
          <p:nvPr/>
        </p:nvSpPr>
        <p:spPr>
          <a:xfrm>
            <a:off x="3906520" y="326237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latin typeface="Alibaba PuHuiTi" pitchFamily="18" charset="-122"/>
              <a:ea typeface="Alibaba PuHuiTi" pitchFamily="18" charset="-122"/>
              <a:cs typeface="Alibaba PuHuiTi" pitchFamily="18" charset="-122"/>
            </a:endParaRPr>
          </a:p>
        </p:txBody>
      </p:sp>
      <p:sp>
        <p:nvSpPr>
          <p:cNvPr id="44" name="任意形状 43">
            <a:extLst>
              <a:ext uri="{FF2B5EF4-FFF2-40B4-BE49-F238E27FC236}">
                <a16:creationId xmlns:a16="http://schemas.microsoft.com/office/drawing/2014/main" id="{E8426878-84DE-329D-0488-8BC401119395}"/>
              </a:ext>
            </a:extLst>
          </p:cNvPr>
          <p:cNvSpPr/>
          <p:nvPr/>
        </p:nvSpPr>
        <p:spPr>
          <a:xfrm>
            <a:off x="1357630" y="6102325"/>
            <a:ext cx="1828800" cy="415158"/>
          </a:xfrm>
          <a:custGeom>
            <a:avLst/>
            <a:gdLst>
              <a:gd name="connsiteX0" fmla="*/ 0 w 2087879"/>
              <a:gd name="connsiteY0" fmla="*/ 0 h 394970"/>
              <a:gd name="connsiteX1" fmla="*/ 2087880 w 2087879"/>
              <a:gd name="connsiteY1" fmla="*/ 0 h 394970"/>
              <a:gd name="connsiteX2" fmla="*/ 2087880 w 2087879"/>
              <a:gd name="connsiteY2" fmla="*/ 394970 h 394970"/>
              <a:gd name="connsiteX3" fmla="*/ 0 w 2087879"/>
              <a:gd name="connsiteY3" fmla="*/ 394970 h 394970"/>
            </a:gdLst>
            <a:ahLst/>
            <a:cxnLst>
              <a:cxn ang="0">
                <a:pos x="connsiteX0" y="connsiteY0"/>
              </a:cxn>
              <a:cxn ang="0">
                <a:pos x="connsiteX1" y="connsiteY1"/>
              </a:cxn>
              <a:cxn ang="0">
                <a:pos x="connsiteX2" y="connsiteY2"/>
              </a:cxn>
              <a:cxn ang="0">
                <a:pos x="connsiteX3" y="connsiteY3"/>
              </a:cxn>
            </a:cxnLst>
            <a:rect l="l" t="t" r="r" b="b"/>
            <a:pathLst>
              <a:path w="2087879" h="394970">
                <a:moveTo>
                  <a:pt x="0" y="0"/>
                </a:moveTo>
                <a:lnTo>
                  <a:pt x="2087880" y="0"/>
                </a:lnTo>
                <a:lnTo>
                  <a:pt x="2087880" y="394970"/>
                </a:lnTo>
                <a:lnTo>
                  <a:pt x="0" y="394970"/>
                </a:lnTo>
                <a:close/>
              </a:path>
            </a:pathLst>
          </a:custGeom>
          <a:solidFill>
            <a:schemeClr val="accent1"/>
          </a:solidFill>
          <a:ln w="15871" cap="flat">
            <a:noFill/>
            <a:prstDash val="solid"/>
            <a:miter/>
          </a:ln>
        </p:spPr>
        <p:txBody>
          <a:bodyPr rtlCol="0" anchor="ctr"/>
          <a:lstStyle/>
          <a:p>
            <a:pPr algn="ctr"/>
            <a:r>
              <a:rPr lang="zh-CN" altLang="en-US" sz="1400" dirty="0">
                <a:solidFill>
                  <a:schemeClr val="bg1"/>
                </a:solidFill>
                <a:latin typeface="Alibaba PuHuiTi" pitchFamily="18" charset="-122"/>
                <a:ea typeface="Alibaba PuHuiTi" pitchFamily="18" charset="-122"/>
                <a:cs typeface="Alibaba PuHuiTi" pitchFamily="18" charset="-122"/>
              </a:rPr>
              <a:t>行业知识</a:t>
            </a:r>
          </a:p>
        </p:txBody>
      </p:sp>
      <p:sp>
        <p:nvSpPr>
          <p:cNvPr id="45" name="文本框 44">
            <a:extLst>
              <a:ext uri="{FF2B5EF4-FFF2-40B4-BE49-F238E27FC236}">
                <a16:creationId xmlns:a16="http://schemas.microsoft.com/office/drawing/2014/main" id="{2D3C85AF-3FF9-44D4-58CB-4C6C54C87FDF}"/>
              </a:ext>
            </a:extLst>
          </p:cNvPr>
          <p:cNvSpPr txBox="1"/>
          <p:nvPr/>
        </p:nvSpPr>
        <p:spPr>
          <a:xfrm>
            <a:off x="1357630" y="3262376"/>
            <a:ext cx="1828800" cy="2701375"/>
          </a:xfrm>
          <a:prstGeom prst="rect">
            <a:avLst/>
          </a:prstGeom>
          <a:solidFill>
            <a:schemeClr val="bg1">
              <a:lumMod val="95000"/>
            </a:schemeClr>
          </a:solidFill>
          <a:ln>
            <a:noFill/>
          </a:ln>
        </p:spPr>
        <p:txBody>
          <a:bodyPr wrap="square" tIns="270000" bIns="270000"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a:t>
            </a:r>
          </a:p>
          <a:p>
            <a:pPr algn="just">
              <a:lnSpc>
                <a:spcPct val="150000"/>
              </a:lnSpc>
              <a:spcAft>
                <a:spcPts val="1000"/>
              </a:spcAft>
            </a:pPr>
            <a:endParaRPr lang="zh-CN" altLang="en-US" sz="1000" dirty="0">
              <a:effectLst/>
              <a:latin typeface="Alibaba PuHuiTi" pitchFamily="18" charset="-122"/>
              <a:ea typeface="Alibaba PuHuiTi" pitchFamily="18" charset="-122"/>
              <a:cs typeface="Alibaba PuHuiTi" pitchFamily="18" charset="-122"/>
            </a:endParaRPr>
          </a:p>
        </p:txBody>
      </p:sp>
      <p:sp>
        <p:nvSpPr>
          <p:cNvPr id="3" name="文本框 2">
            <a:extLst>
              <a:ext uri="{FF2B5EF4-FFF2-40B4-BE49-F238E27FC236}">
                <a16:creationId xmlns:a16="http://schemas.microsoft.com/office/drawing/2014/main" id="{EEF5235D-8ABC-0906-A346-B62E65CB86E0}"/>
              </a:ext>
            </a:extLst>
          </p:cNvPr>
          <p:cNvSpPr txBox="1"/>
          <p:nvPr/>
        </p:nvSpPr>
        <p:spPr>
          <a:xfrm>
            <a:off x="3943835"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5" name="文本框 4">
            <a:extLst>
              <a:ext uri="{FF2B5EF4-FFF2-40B4-BE49-F238E27FC236}">
                <a16:creationId xmlns:a16="http://schemas.microsoft.com/office/drawing/2014/main" id="{D6783AD4-EA00-5400-7828-7B9C0190D806}"/>
              </a:ext>
            </a:extLst>
          </p:cNvPr>
          <p:cNvSpPr txBox="1"/>
          <p:nvPr/>
        </p:nvSpPr>
        <p:spPr>
          <a:xfrm>
            <a:off x="6493422"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6" name="文本框 5">
            <a:extLst>
              <a:ext uri="{FF2B5EF4-FFF2-40B4-BE49-F238E27FC236}">
                <a16:creationId xmlns:a16="http://schemas.microsoft.com/office/drawing/2014/main" id="{642BCBA7-E17E-735E-EBD3-AEC579F8C90E}"/>
              </a:ext>
            </a:extLst>
          </p:cNvPr>
          <p:cNvSpPr txBox="1"/>
          <p:nvPr/>
        </p:nvSpPr>
        <p:spPr>
          <a:xfrm>
            <a:off x="9042884" y="2131447"/>
            <a:ext cx="1754169" cy="646331"/>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这是组件的标题</a:t>
            </a:r>
          </a:p>
        </p:txBody>
      </p:sp>
      <p:sp>
        <p:nvSpPr>
          <p:cNvPr id="7" name="文本框 6">
            <a:extLst>
              <a:ext uri="{FF2B5EF4-FFF2-40B4-BE49-F238E27FC236}">
                <a16:creationId xmlns:a16="http://schemas.microsoft.com/office/drawing/2014/main" id="{62D5159C-1915-C261-C9E8-F6A2CD6D7E4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035507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9D92B-6979-9863-DF72-D7976DB4022D}"/>
            </a:ext>
          </a:extLst>
        </p:cNvPr>
        <p:cNvGrpSpPr/>
        <p:nvPr/>
      </p:nvGrpSpPr>
      <p:grpSpPr>
        <a:xfrm>
          <a:off x="0" y="0"/>
          <a:ext cx="0" cy="0"/>
          <a:chOff x="0" y="0"/>
          <a:chExt cx="0" cy="0"/>
        </a:xfrm>
      </p:grpSpPr>
      <p:sp>
        <p:nvSpPr>
          <p:cNvPr id="63" name="任意形状 62">
            <a:extLst>
              <a:ext uri="{FF2B5EF4-FFF2-40B4-BE49-F238E27FC236}">
                <a16:creationId xmlns:a16="http://schemas.microsoft.com/office/drawing/2014/main" id="{6F604C11-E676-4576-6918-415C9A1D86A3}"/>
              </a:ext>
            </a:extLst>
          </p:cNvPr>
          <p:cNvSpPr/>
          <p:nvPr/>
        </p:nvSpPr>
        <p:spPr>
          <a:xfrm>
            <a:off x="7226300" y="1586594"/>
            <a:ext cx="735330" cy="2900679"/>
          </a:xfrm>
          <a:custGeom>
            <a:avLst/>
            <a:gdLst>
              <a:gd name="connsiteX0" fmla="*/ 735330 w 735330"/>
              <a:gd name="connsiteY0" fmla="*/ 2165350 h 2900679"/>
              <a:gd name="connsiteX1" fmla="*/ 735330 w 735330"/>
              <a:gd name="connsiteY1" fmla="*/ 0 h 2900679"/>
              <a:gd name="connsiteX2" fmla="*/ 735330 w 735330"/>
              <a:gd name="connsiteY2" fmla="*/ 0 h 2900679"/>
              <a:gd name="connsiteX3" fmla="*/ 0 w 735330"/>
              <a:gd name="connsiteY3" fmla="*/ 735330 h 2900679"/>
              <a:gd name="connsiteX4" fmla="*/ 0 w 735330"/>
              <a:gd name="connsiteY4" fmla="*/ 2900680 h 2900679"/>
              <a:gd name="connsiteX5" fmla="*/ 0 w 735330"/>
              <a:gd name="connsiteY5" fmla="*/ 2900680 h 2900679"/>
              <a:gd name="connsiteX6" fmla="*/ 735330 w 735330"/>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30"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4" name="任意形状 63">
            <a:extLst>
              <a:ext uri="{FF2B5EF4-FFF2-40B4-BE49-F238E27FC236}">
                <a16:creationId xmlns:a16="http://schemas.microsoft.com/office/drawing/2014/main" id="{E9323F79-1164-EA2B-CA38-F168419B845F}"/>
              </a:ext>
            </a:extLst>
          </p:cNvPr>
          <p:cNvSpPr/>
          <p:nvPr/>
        </p:nvSpPr>
        <p:spPr>
          <a:xfrm>
            <a:off x="3843020" y="3751944"/>
            <a:ext cx="735329" cy="2900679"/>
          </a:xfrm>
          <a:custGeom>
            <a:avLst/>
            <a:gdLst>
              <a:gd name="connsiteX0" fmla="*/ 735330 w 735329"/>
              <a:gd name="connsiteY0" fmla="*/ 2165350 h 2900679"/>
              <a:gd name="connsiteX1" fmla="*/ 735330 w 735329"/>
              <a:gd name="connsiteY1" fmla="*/ 0 h 2900679"/>
              <a:gd name="connsiteX2" fmla="*/ 735330 w 735329"/>
              <a:gd name="connsiteY2" fmla="*/ 0 h 2900679"/>
              <a:gd name="connsiteX3" fmla="*/ 0 w 735329"/>
              <a:gd name="connsiteY3" fmla="*/ 735330 h 2900679"/>
              <a:gd name="connsiteX4" fmla="*/ 0 w 735329"/>
              <a:gd name="connsiteY4" fmla="*/ 2900680 h 2900679"/>
              <a:gd name="connsiteX5" fmla="*/ 0 w 735329"/>
              <a:gd name="connsiteY5" fmla="*/ 2900680 h 2900679"/>
              <a:gd name="connsiteX6" fmla="*/ 735330 w 735329"/>
              <a:gd name="connsiteY6" fmla="*/ 2165350 h 290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5329" h="2900679">
                <a:moveTo>
                  <a:pt x="735330" y="2165350"/>
                </a:moveTo>
                <a:lnTo>
                  <a:pt x="735330" y="0"/>
                </a:lnTo>
                <a:lnTo>
                  <a:pt x="735330" y="0"/>
                </a:lnTo>
                <a:cubicBezTo>
                  <a:pt x="328930" y="0"/>
                  <a:pt x="0" y="328930"/>
                  <a:pt x="0" y="735330"/>
                </a:cubicBezTo>
                <a:lnTo>
                  <a:pt x="0" y="2900680"/>
                </a:lnTo>
                <a:lnTo>
                  <a:pt x="0" y="2900680"/>
                </a:lnTo>
                <a:cubicBezTo>
                  <a:pt x="405130" y="2900680"/>
                  <a:pt x="735330" y="2571750"/>
                  <a:pt x="735330" y="2165350"/>
                </a:cubicBezTo>
                <a:close/>
              </a:path>
            </a:pathLst>
          </a:custGeom>
          <a:solidFill>
            <a:schemeClr val="accent1">
              <a:lumMod val="5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5" name="任意形状 64">
            <a:extLst>
              <a:ext uri="{FF2B5EF4-FFF2-40B4-BE49-F238E27FC236}">
                <a16:creationId xmlns:a16="http://schemas.microsoft.com/office/drawing/2014/main" id="{B837CC80-F88A-A4EC-A9CC-EDED4D1FA785}"/>
              </a:ext>
            </a:extLst>
          </p:cNvPr>
          <p:cNvSpPr/>
          <p:nvPr/>
        </p:nvSpPr>
        <p:spPr>
          <a:xfrm>
            <a:off x="3843020" y="3751944"/>
            <a:ext cx="4118610" cy="735329"/>
          </a:xfrm>
          <a:custGeom>
            <a:avLst/>
            <a:gdLst>
              <a:gd name="connsiteX0" fmla="*/ 4118610 w 4118610"/>
              <a:gd name="connsiteY0" fmla="*/ 0 h 735329"/>
              <a:gd name="connsiteX1" fmla="*/ 735330 w 4118610"/>
              <a:gd name="connsiteY1" fmla="*/ 0 h 735329"/>
              <a:gd name="connsiteX2" fmla="*/ 0 w 4118610"/>
              <a:gd name="connsiteY2" fmla="*/ 735330 h 735329"/>
              <a:gd name="connsiteX3" fmla="*/ 0 w 4118610"/>
              <a:gd name="connsiteY3" fmla="*/ 735330 h 735329"/>
              <a:gd name="connsiteX4" fmla="*/ 3383280 w 4118610"/>
              <a:gd name="connsiteY4" fmla="*/ 735330 h 735329"/>
              <a:gd name="connsiteX5" fmla="*/ 4118610 w 4118610"/>
              <a:gd name="connsiteY5" fmla="*/ 0 h 735329"/>
              <a:gd name="connsiteX6" fmla="*/ 4118610 w 4118610"/>
              <a:gd name="connsiteY6"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610" h="735329">
                <a:moveTo>
                  <a:pt x="4118610" y="0"/>
                </a:moveTo>
                <a:lnTo>
                  <a:pt x="735330" y="0"/>
                </a:lnTo>
                <a:cubicBezTo>
                  <a:pt x="328930" y="0"/>
                  <a:pt x="0" y="328930"/>
                  <a:pt x="0" y="735330"/>
                </a:cubicBezTo>
                <a:lnTo>
                  <a:pt x="0" y="735330"/>
                </a:lnTo>
                <a:lnTo>
                  <a:pt x="3383280" y="735330"/>
                </a:lnTo>
                <a:cubicBezTo>
                  <a:pt x="3788410" y="735330"/>
                  <a:pt x="4118610" y="406400"/>
                  <a:pt x="4118610" y="0"/>
                </a:cubicBezTo>
                <a:lnTo>
                  <a:pt x="4118610" y="0"/>
                </a:lnTo>
                <a:close/>
              </a:path>
            </a:pathLst>
          </a:custGeom>
          <a:solidFill>
            <a:schemeClr val="accent4"/>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递进说明二</a:t>
            </a:r>
          </a:p>
        </p:txBody>
      </p:sp>
      <p:sp>
        <p:nvSpPr>
          <p:cNvPr id="66" name="任意形状 65">
            <a:extLst>
              <a:ext uri="{FF2B5EF4-FFF2-40B4-BE49-F238E27FC236}">
                <a16:creationId xmlns:a16="http://schemas.microsoft.com/office/drawing/2014/main" id="{2E80B722-BE85-EC68-45E6-6FF751A3095B}"/>
              </a:ext>
            </a:extLst>
          </p:cNvPr>
          <p:cNvSpPr/>
          <p:nvPr/>
        </p:nvSpPr>
        <p:spPr>
          <a:xfrm>
            <a:off x="7226300" y="1586594"/>
            <a:ext cx="4118609" cy="735329"/>
          </a:xfrm>
          <a:custGeom>
            <a:avLst/>
            <a:gdLst>
              <a:gd name="connsiteX0" fmla="*/ 4118610 w 4118609"/>
              <a:gd name="connsiteY0" fmla="*/ 0 h 735329"/>
              <a:gd name="connsiteX1" fmla="*/ 735330 w 4118609"/>
              <a:gd name="connsiteY1" fmla="*/ 0 h 735329"/>
              <a:gd name="connsiteX2" fmla="*/ 0 w 4118609"/>
              <a:gd name="connsiteY2" fmla="*/ 735330 h 735329"/>
              <a:gd name="connsiteX3" fmla="*/ 0 w 4118609"/>
              <a:gd name="connsiteY3" fmla="*/ 735330 h 735329"/>
              <a:gd name="connsiteX4" fmla="*/ 4118610 w 4118609"/>
              <a:gd name="connsiteY4" fmla="*/ 735330 h 735329"/>
              <a:gd name="connsiteX5" fmla="*/ 4118610 w 4118609"/>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8609" h="735329">
                <a:moveTo>
                  <a:pt x="4118610" y="0"/>
                </a:moveTo>
                <a:lnTo>
                  <a:pt x="735330" y="0"/>
                </a:lnTo>
                <a:cubicBezTo>
                  <a:pt x="328930" y="0"/>
                  <a:pt x="0" y="328930"/>
                  <a:pt x="0" y="735330"/>
                </a:cubicBezTo>
                <a:lnTo>
                  <a:pt x="0" y="735330"/>
                </a:lnTo>
                <a:lnTo>
                  <a:pt x="4118610" y="735330"/>
                </a:lnTo>
                <a:lnTo>
                  <a:pt x="4118610" y="0"/>
                </a:lnTo>
                <a:close/>
              </a:path>
            </a:pathLst>
          </a:custGeom>
          <a:solidFill>
            <a:schemeClr val="accent3"/>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递进说明三</a:t>
            </a:r>
          </a:p>
        </p:txBody>
      </p:sp>
      <p:sp>
        <p:nvSpPr>
          <p:cNvPr id="67" name="任意形状 66">
            <a:extLst>
              <a:ext uri="{FF2B5EF4-FFF2-40B4-BE49-F238E27FC236}">
                <a16:creationId xmlns:a16="http://schemas.microsoft.com/office/drawing/2014/main" id="{E78CF533-65DE-E689-40F4-6C2B243BB9B1}"/>
              </a:ext>
            </a:extLst>
          </p:cNvPr>
          <p:cNvSpPr/>
          <p:nvPr/>
        </p:nvSpPr>
        <p:spPr>
          <a:xfrm>
            <a:off x="458469" y="5932792"/>
            <a:ext cx="4119880" cy="735329"/>
          </a:xfrm>
          <a:custGeom>
            <a:avLst/>
            <a:gdLst>
              <a:gd name="connsiteX0" fmla="*/ 4119880 w 4119880"/>
              <a:gd name="connsiteY0" fmla="*/ 0 h 735329"/>
              <a:gd name="connsiteX1" fmla="*/ 0 w 4119880"/>
              <a:gd name="connsiteY1" fmla="*/ 0 h 735329"/>
              <a:gd name="connsiteX2" fmla="*/ 0 w 4119880"/>
              <a:gd name="connsiteY2" fmla="*/ 735330 h 735329"/>
              <a:gd name="connsiteX3" fmla="*/ 3383280 w 4119880"/>
              <a:gd name="connsiteY3" fmla="*/ 735330 h 735329"/>
              <a:gd name="connsiteX4" fmla="*/ 4119880 w 4119880"/>
              <a:gd name="connsiteY4" fmla="*/ 0 h 735329"/>
              <a:gd name="connsiteX5" fmla="*/ 4119880 w 4119880"/>
              <a:gd name="connsiteY5" fmla="*/ 0 h 735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880" h="735329">
                <a:moveTo>
                  <a:pt x="4119880" y="0"/>
                </a:moveTo>
                <a:lnTo>
                  <a:pt x="0" y="0"/>
                </a:lnTo>
                <a:lnTo>
                  <a:pt x="0" y="735330"/>
                </a:lnTo>
                <a:lnTo>
                  <a:pt x="3383280" y="735330"/>
                </a:lnTo>
                <a:cubicBezTo>
                  <a:pt x="3789680" y="735330"/>
                  <a:pt x="4119880" y="406400"/>
                  <a:pt x="4119880" y="0"/>
                </a:cubicBezTo>
                <a:lnTo>
                  <a:pt x="4119880" y="0"/>
                </a:lnTo>
                <a:close/>
              </a:path>
            </a:pathLst>
          </a:custGeom>
          <a:solidFill>
            <a:schemeClr val="accent1"/>
          </a:solidFill>
          <a:ln w="12700" cap="flat">
            <a:noFill/>
            <a:prstDash val="solid"/>
            <a:miter/>
          </a:ln>
        </p:spPr>
        <p:txBody>
          <a:bodyPr rtlCol="0" anchor="ctr"/>
          <a:lstStyle/>
          <a:p>
            <a:pPr algn="ctr"/>
            <a:r>
              <a:rPr lang="zh-CN" altLang="en-US" sz="1600" dirty="0">
                <a:solidFill>
                  <a:schemeClr val="bg1"/>
                </a:solidFill>
                <a:latin typeface="Alibaba PuHuiTi" pitchFamily="18" charset="-122"/>
                <a:ea typeface="Alibaba PuHuiTi" pitchFamily="18" charset="-122"/>
                <a:cs typeface="Alibaba PuHuiTi" pitchFamily="18" charset="-122"/>
              </a:rPr>
              <a:t>递进说明一</a:t>
            </a:r>
          </a:p>
        </p:txBody>
      </p:sp>
      <p:sp>
        <p:nvSpPr>
          <p:cNvPr id="68" name="任意形状 67">
            <a:extLst>
              <a:ext uri="{FF2B5EF4-FFF2-40B4-BE49-F238E27FC236}">
                <a16:creationId xmlns:a16="http://schemas.microsoft.com/office/drawing/2014/main" id="{4793BCEE-BCE1-188D-B6F5-89B32D79E2C0}"/>
              </a:ext>
            </a:extLst>
          </p:cNvPr>
          <p:cNvSpPr/>
          <p:nvPr/>
        </p:nvSpPr>
        <p:spPr>
          <a:xfrm>
            <a:off x="11344909" y="1365613"/>
            <a:ext cx="397509" cy="1178559"/>
          </a:xfrm>
          <a:custGeom>
            <a:avLst/>
            <a:gdLst>
              <a:gd name="connsiteX0" fmla="*/ 397510 w 397509"/>
              <a:gd name="connsiteY0" fmla="*/ 589280 h 1178559"/>
              <a:gd name="connsiteX1" fmla="*/ 0 w 397509"/>
              <a:gd name="connsiteY1" fmla="*/ 0 h 1178559"/>
              <a:gd name="connsiteX2" fmla="*/ 0 w 397509"/>
              <a:gd name="connsiteY2" fmla="*/ 1178560 h 1178559"/>
            </a:gdLst>
            <a:ahLst/>
            <a:cxnLst>
              <a:cxn ang="0">
                <a:pos x="connsiteX0" y="connsiteY0"/>
              </a:cxn>
              <a:cxn ang="0">
                <a:pos x="connsiteX1" y="connsiteY1"/>
              </a:cxn>
              <a:cxn ang="0">
                <a:pos x="connsiteX2" y="connsiteY2"/>
              </a:cxn>
            </a:cxnLst>
            <a:rect l="l" t="t" r="r" b="b"/>
            <a:pathLst>
              <a:path w="397509" h="1178559">
                <a:moveTo>
                  <a:pt x="397510" y="589280"/>
                </a:moveTo>
                <a:lnTo>
                  <a:pt x="0" y="0"/>
                </a:lnTo>
                <a:lnTo>
                  <a:pt x="0" y="1178560"/>
                </a:ln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9" name="TextBox 41">
            <a:extLst>
              <a:ext uri="{FF2B5EF4-FFF2-40B4-BE49-F238E27FC236}">
                <a16:creationId xmlns:a16="http://schemas.microsoft.com/office/drawing/2014/main" id="{46242BD9-1F06-391E-6088-1395C17746A9}"/>
              </a:ext>
            </a:extLst>
          </p:cNvPr>
          <p:cNvSpPr txBox="1"/>
          <p:nvPr/>
        </p:nvSpPr>
        <p:spPr>
          <a:xfrm>
            <a:off x="471169" y="3919826"/>
            <a:ext cx="2879935" cy="994055"/>
          </a:xfrm>
          <a:prstGeom prst="rect">
            <a:avLst/>
          </a:prstGeom>
          <a:noFill/>
        </p:spPr>
        <p:txBody>
          <a:bodyPr wrap="square" rtlCol="0" anchor="t">
            <a:sp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endParaRPr lang="en-US" sz="1000" dirty="0">
              <a:latin typeface="Alibaba PuHuiTi" pitchFamily="18" charset="-122"/>
              <a:ea typeface="Alibaba PuHuiTi" pitchFamily="18" charset="-122"/>
              <a:cs typeface="Alibaba PuHuiTi" pitchFamily="18" charset="-122"/>
            </a:endParaRPr>
          </a:p>
        </p:txBody>
      </p:sp>
      <p:sp>
        <p:nvSpPr>
          <p:cNvPr id="70" name="TextBox 41">
            <a:extLst>
              <a:ext uri="{FF2B5EF4-FFF2-40B4-BE49-F238E27FC236}">
                <a16:creationId xmlns:a16="http://schemas.microsoft.com/office/drawing/2014/main" id="{C68442C0-A439-1271-F23A-4C21D66757B3}"/>
              </a:ext>
            </a:extLst>
          </p:cNvPr>
          <p:cNvSpPr txBox="1"/>
          <p:nvPr/>
        </p:nvSpPr>
        <p:spPr>
          <a:xfrm>
            <a:off x="3927601" y="1896947"/>
            <a:ext cx="2879935" cy="994055"/>
          </a:xfrm>
          <a:prstGeom prst="rect">
            <a:avLst/>
          </a:prstGeom>
          <a:noFill/>
        </p:spPr>
        <p:txBody>
          <a:bodyPr wrap="square" rtlCol="0" anchor="t">
            <a:sp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71" name="TextBox 41">
            <a:extLst>
              <a:ext uri="{FF2B5EF4-FFF2-40B4-BE49-F238E27FC236}">
                <a16:creationId xmlns:a16="http://schemas.microsoft.com/office/drawing/2014/main" id="{153AB5AB-DDA0-E729-DB27-46242219D6B4}"/>
              </a:ext>
            </a:extLst>
          </p:cNvPr>
          <p:cNvSpPr txBox="1"/>
          <p:nvPr/>
        </p:nvSpPr>
        <p:spPr>
          <a:xfrm>
            <a:off x="8418124" y="3033579"/>
            <a:ext cx="2879935" cy="994055"/>
          </a:xfrm>
          <a:prstGeom prst="rect">
            <a:avLst/>
          </a:prstGeom>
          <a:noFill/>
        </p:spPr>
        <p:txBody>
          <a:bodyPr wrap="square" rtlCol="0" anchor="t">
            <a:sp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73" name="文本框 72">
            <a:extLst>
              <a:ext uri="{FF2B5EF4-FFF2-40B4-BE49-F238E27FC236}">
                <a16:creationId xmlns:a16="http://schemas.microsoft.com/office/drawing/2014/main" id="{1032D7A5-172E-A40F-FCE3-DDE7749EF972}"/>
              </a:ext>
            </a:extLst>
          </p:cNvPr>
          <p:cNvSpPr txBox="1"/>
          <p:nvPr/>
        </p:nvSpPr>
        <p:spPr>
          <a:xfrm>
            <a:off x="945101" y="3429151"/>
            <a:ext cx="1293944"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74" name="文本框 73">
            <a:extLst>
              <a:ext uri="{FF2B5EF4-FFF2-40B4-BE49-F238E27FC236}">
                <a16:creationId xmlns:a16="http://schemas.microsoft.com/office/drawing/2014/main" id="{381BD499-5652-0FD7-36DC-1EC842ED68C1}"/>
              </a:ext>
            </a:extLst>
          </p:cNvPr>
          <p:cNvSpPr txBox="1"/>
          <p:nvPr/>
        </p:nvSpPr>
        <p:spPr>
          <a:xfrm>
            <a:off x="4683979" y="1395636"/>
            <a:ext cx="1293944" cy="430887"/>
          </a:xfrm>
          <a:prstGeom prst="rect">
            <a:avLst/>
          </a:prstGeom>
          <a:noFill/>
          <a:ln>
            <a:noFill/>
          </a:ln>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75" name="文本框 74">
            <a:extLst>
              <a:ext uri="{FF2B5EF4-FFF2-40B4-BE49-F238E27FC236}">
                <a16:creationId xmlns:a16="http://schemas.microsoft.com/office/drawing/2014/main" id="{385B18FB-DA12-E390-FAA5-90F01E3C6963}"/>
              </a:ext>
            </a:extLst>
          </p:cNvPr>
          <p:cNvSpPr txBox="1"/>
          <p:nvPr/>
        </p:nvSpPr>
        <p:spPr>
          <a:xfrm>
            <a:off x="8900264" y="2542904"/>
            <a:ext cx="1293944"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77" name="TextBox 41">
            <a:extLst>
              <a:ext uri="{FF2B5EF4-FFF2-40B4-BE49-F238E27FC236}">
                <a16:creationId xmlns:a16="http://schemas.microsoft.com/office/drawing/2014/main" id="{77D10FF0-1918-E842-E424-C09A92899409}"/>
              </a:ext>
            </a:extLst>
          </p:cNvPr>
          <p:cNvSpPr txBox="1"/>
          <p:nvPr/>
        </p:nvSpPr>
        <p:spPr>
          <a:xfrm>
            <a:off x="4830022" y="5048372"/>
            <a:ext cx="2879935" cy="994055"/>
          </a:xfrm>
          <a:prstGeom prst="rect">
            <a:avLst/>
          </a:prstGeom>
          <a:noFill/>
        </p:spPr>
        <p:txBody>
          <a:bodyPr wrap="square" rtlCol="0" anchor="t">
            <a:spAutoFit/>
          </a:bodyPr>
          <a:lstStyle/>
          <a:p>
            <a:pPr algn="just">
              <a:lnSpc>
                <a:spcPct val="150000"/>
              </a:lnSpc>
              <a:spcAft>
                <a:spcPts val="500"/>
              </a:spcAft>
            </a:pPr>
            <a:r>
              <a:rPr lang="en-US" altLang="zh-CN"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78" name="文本框 77">
            <a:extLst>
              <a:ext uri="{FF2B5EF4-FFF2-40B4-BE49-F238E27FC236}">
                <a16:creationId xmlns:a16="http://schemas.microsoft.com/office/drawing/2014/main" id="{AF3E7CB5-93AB-F0AE-688E-BC743BFDBB95}"/>
              </a:ext>
            </a:extLst>
          </p:cNvPr>
          <p:cNvSpPr txBox="1"/>
          <p:nvPr/>
        </p:nvSpPr>
        <p:spPr>
          <a:xfrm>
            <a:off x="5312162" y="4557697"/>
            <a:ext cx="1293944" cy="430887"/>
          </a:xfrm>
          <a:prstGeom prst="rect">
            <a:avLst/>
          </a:prstGeom>
          <a:noFill/>
        </p:spPr>
        <p:txBody>
          <a:bodyPr wrap="none" rtlCol="0">
            <a:spAutoFit/>
          </a:bodyPr>
          <a:lstStyle/>
          <a:p>
            <a:pPr algn="ctr"/>
            <a:r>
              <a:rPr kumimoji="1" lang="zh-CN" altLang="en-US" sz="2200" b="1" dirty="0">
                <a:solidFill>
                  <a:schemeClr val="accent1"/>
                </a:solidFill>
                <a:latin typeface="Alibaba PuHuiTi" pitchFamily="18" charset="-122"/>
                <a:ea typeface="Alibaba PuHuiTi" pitchFamily="18" charset="-122"/>
                <a:cs typeface="Alibaba PuHuiTi" pitchFamily="18" charset="-122"/>
              </a:rPr>
              <a:t>这是标题</a:t>
            </a:r>
          </a:p>
        </p:txBody>
      </p:sp>
      <p:sp>
        <p:nvSpPr>
          <p:cNvPr id="2" name="文本框 1">
            <a:extLst>
              <a:ext uri="{FF2B5EF4-FFF2-40B4-BE49-F238E27FC236}">
                <a16:creationId xmlns:a16="http://schemas.microsoft.com/office/drawing/2014/main" id="{9EA01242-A941-72B1-7A59-8690DE040A0F}"/>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3975102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DD71-3CD4-ED29-BA64-667EF57F237D}"/>
            </a:ext>
          </a:extLst>
        </p:cNvPr>
        <p:cNvGrpSpPr/>
        <p:nvPr/>
      </p:nvGrpSpPr>
      <p:grpSpPr>
        <a:xfrm>
          <a:off x="0" y="0"/>
          <a:ext cx="0" cy="0"/>
          <a:chOff x="0" y="0"/>
          <a:chExt cx="0" cy="0"/>
        </a:xfrm>
      </p:grpSpPr>
      <p:sp>
        <p:nvSpPr>
          <p:cNvPr id="49" name="任意形状 48">
            <a:extLst>
              <a:ext uri="{FF2B5EF4-FFF2-40B4-BE49-F238E27FC236}">
                <a16:creationId xmlns:a16="http://schemas.microsoft.com/office/drawing/2014/main" id="{E6F824F4-F3BD-3DE9-21C8-D03644764231}"/>
              </a:ext>
            </a:extLst>
          </p:cNvPr>
          <p:cNvSpPr/>
          <p:nvPr/>
        </p:nvSpPr>
        <p:spPr>
          <a:xfrm>
            <a:off x="6521450" y="134384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10"/>
                  <a:pt x="425450" y="612140"/>
                </a:cubicBezTo>
                <a:cubicBezTo>
                  <a:pt x="425450" y="377170"/>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dirty="0">
              <a:latin typeface="Alibaba PuHuiTi" pitchFamily="18" charset="-122"/>
              <a:ea typeface="Alibaba PuHuiTi" pitchFamily="18" charset="-122"/>
              <a:cs typeface="Alibaba PuHuiTi" pitchFamily="18" charset="-122"/>
            </a:endParaRPr>
          </a:p>
        </p:txBody>
      </p:sp>
      <p:sp>
        <p:nvSpPr>
          <p:cNvPr id="50" name="任意形状 49">
            <a:extLst>
              <a:ext uri="{FF2B5EF4-FFF2-40B4-BE49-F238E27FC236}">
                <a16:creationId xmlns:a16="http://schemas.microsoft.com/office/drawing/2014/main" id="{6B03DD84-086E-23A0-91CF-9F10A8E573F2}"/>
              </a:ext>
            </a:extLst>
          </p:cNvPr>
          <p:cNvSpPr/>
          <p:nvPr/>
        </p:nvSpPr>
        <p:spPr>
          <a:xfrm>
            <a:off x="6521450" y="270020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09"/>
                  <a:pt x="425450" y="612140"/>
                </a:cubicBezTo>
                <a:cubicBezTo>
                  <a:pt x="425450" y="377171"/>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4BA172C9-7A16-427C-DB1D-A6B852BBB7C8}"/>
              </a:ext>
            </a:extLst>
          </p:cNvPr>
          <p:cNvSpPr/>
          <p:nvPr/>
        </p:nvSpPr>
        <p:spPr>
          <a:xfrm>
            <a:off x="6521450" y="4056565"/>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89 h 1224280"/>
              <a:gd name="csX5" fmla="*/ 425450 w 5212081"/>
              <a:gd name="csY5" fmla="*/ 612139 h 1224280"/>
              <a:gd name="csX6" fmla="*/ 0 w 5212081"/>
              <a:gd name="csY6" fmla="*/ 186689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89"/>
                </a:lnTo>
                <a:cubicBezTo>
                  <a:pt x="234969" y="1037589"/>
                  <a:pt x="425450" y="847108"/>
                  <a:pt x="425450" y="612139"/>
                </a:cubicBezTo>
                <a:cubicBezTo>
                  <a:pt x="425450" y="377170"/>
                  <a:pt x="234969" y="186689"/>
                  <a:pt x="0" y="186689"/>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52" name="任意形状 51">
            <a:extLst>
              <a:ext uri="{FF2B5EF4-FFF2-40B4-BE49-F238E27FC236}">
                <a16:creationId xmlns:a16="http://schemas.microsoft.com/office/drawing/2014/main" id="{D7D6D38C-0685-89CB-7170-BEF4C3CDFA4A}"/>
              </a:ext>
            </a:extLst>
          </p:cNvPr>
          <p:cNvSpPr/>
          <p:nvPr/>
        </p:nvSpPr>
        <p:spPr>
          <a:xfrm>
            <a:off x="6521450" y="5412924"/>
            <a:ext cx="5212081" cy="1224280"/>
          </a:xfrm>
          <a:custGeom>
            <a:avLst/>
            <a:gdLst>
              <a:gd name="csX0" fmla="*/ 0 w 5212081"/>
              <a:gd name="csY0" fmla="*/ 0 h 1224280"/>
              <a:gd name="csX1" fmla="*/ 5212081 w 5212081"/>
              <a:gd name="csY1" fmla="*/ 0 h 1224280"/>
              <a:gd name="csX2" fmla="*/ 5212081 w 5212081"/>
              <a:gd name="csY2" fmla="*/ 1224280 h 1224280"/>
              <a:gd name="csX3" fmla="*/ 0 w 5212081"/>
              <a:gd name="csY3" fmla="*/ 1224280 h 1224280"/>
              <a:gd name="csX4" fmla="*/ 0 w 5212081"/>
              <a:gd name="csY4" fmla="*/ 1037590 h 1224280"/>
              <a:gd name="csX5" fmla="*/ 425450 w 5212081"/>
              <a:gd name="csY5" fmla="*/ 612140 h 1224280"/>
              <a:gd name="csX6" fmla="*/ 0 w 5212081"/>
              <a:gd name="csY6" fmla="*/ 186690 h 12242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212081" h="1224280">
                <a:moveTo>
                  <a:pt x="0" y="0"/>
                </a:moveTo>
                <a:lnTo>
                  <a:pt x="5212081" y="0"/>
                </a:lnTo>
                <a:lnTo>
                  <a:pt x="5212081" y="1224280"/>
                </a:lnTo>
                <a:lnTo>
                  <a:pt x="0" y="1224280"/>
                </a:lnTo>
                <a:lnTo>
                  <a:pt x="0" y="1037590"/>
                </a:lnTo>
                <a:cubicBezTo>
                  <a:pt x="234969" y="1037590"/>
                  <a:pt x="425450" y="847110"/>
                  <a:pt x="425450" y="612140"/>
                </a:cubicBezTo>
                <a:cubicBezTo>
                  <a:pt x="425450" y="377171"/>
                  <a:pt x="234969" y="186690"/>
                  <a:pt x="0" y="186690"/>
                </a:cubicBezTo>
                <a:close/>
              </a:path>
            </a:pathLst>
          </a:custGeom>
          <a:solidFill>
            <a:schemeClr val="bg1">
              <a:lumMod val="95000"/>
            </a:schemeClr>
          </a:solidFill>
          <a:ln w="14399" cap="flat">
            <a:noFill/>
            <a:prstDash val="solid"/>
            <a:miter/>
          </a:ln>
        </p:spPr>
        <p:txBody>
          <a:bodyPr wrap="square" rtlCol="0" anchor="ctr">
            <a:noAutofit/>
          </a:bodyP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18D36F7B-A895-94FB-C10B-FA398F43042D}"/>
              </a:ext>
            </a:extLst>
          </p:cNvPr>
          <p:cNvSpPr/>
          <p:nvPr/>
        </p:nvSpPr>
        <p:spPr>
          <a:xfrm>
            <a:off x="458469" y="1343845"/>
            <a:ext cx="5293359" cy="5293359"/>
          </a:xfrm>
          <a:custGeom>
            <a:avLst/>
            <a:gdLst>
              <a:gd name="connsiteX0" fmla="*/ 5293360 w 5293359"/>
              <a:gd name="connsiteY0" fmla="*/ 2646680 h 5293359"/>
              <a:gd name="connsiteX1" fmla="*/ 2646680 w 5293359"/>
              <a:gd name="connsiteY1" fmla="*/ 5293360 h 5293359"/>
              <a:gd name="connsiteX2" fmla="*/ 0 w 5293359"/>
              <a:gd name="connsiteY2" fmla="*/ 2646680 h 5293359"/>
              <a:gd name="connsiteX3" fmla="*/ 2646680 w 5293359"/>
              <a:gd name="connsiteY3" fmla="*/ 0 h 5293359"/>
              <a:gd name="connsiteX4" fmla="*/ 5293360 w 5293359"/>
              <a:gd name="connsiteY4" fmla="*/ 2646680 h 5293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359" h="5293359">
                <a:moveTo>
                  <a:pt x="5293360" y="2646680"/>
                </a:moveTo>
                <a:cubicBezTo>
                  <a:pt x="5293360" y="4108401"/>
                  <a:pt x="4108401" y="5293360"/>
                  <a:pt x="2646680" y="5293360"/>
                </a:cubicBezTo>
                <a:cubicBezTo>
                  <a:pt x="1184959" y="5293360"/>
                  <a:pt x="0" y="4108401"/>
                  <a:pt x="0" y="2646680"/>
                </a:cubicBezTo>
                <a:cubicBezTo>
                  <a:pt x="0" y="1184959"/>
                  <a:pt x="1184959" y="0"/>
                  <a:pt x="2646680" y="0"/>
                </a:cubicBezTo>
                <a:cubicBezTo>
                  <a:pt x="4108401" y="0"/>
                  <a:pt x="5293360" y="1184959"/>
                  <a:pt x="5293360" y="2646680"/>
                </a:cubicBezTo>
                <a:close/>
              </a:path>
            </a:pathLst>
          </a:custGeom>
          <a:solidFill>
            <a:schemeClr val="accent4"/>
          </a:solidFill>
          <a:ln w="14976" cap="flat">
            <a:noFill/>
            <a:prstDash val="solid"/>
            <a:miter/>
          </a:ln>
        </p:spPr>
        <p:txBody>
          <a:bodyPr rtlCol="0" anchor="ctr"/>
          <a:lstStyle/>
          <a:p>
            <a:endParaRPr lang="zh-CN" altLang="en-US" dirty="0">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2B69DA8E-4AAF-974E-65F4-816B2362B308}"/>
              </a:ext>
            </a:extLst>
          </p:cNvPr>
          <p:cNvSpPr/>
          <p:nvPr/>
        </p:nvSpPr>
        <p:spPr>
          <a:xfrm>
            <a:off x="1013460" y="2453825"/>
            <a:ext cx="4183379" cy="4183379"/>
          </a:xfrm>
          <a:custGeom>
            <a:avLst/>
            <a:gdLst>
              <a:gd name="connsiteX0" fmla="*/ 4183380 w 4183379"/>
              <a:gd name="connsiteY0" fmla="*/ 2091690 h 4183379"/>
              <a:gd name="connsiteX1" fmla="*/ 2091690 w 4183379"/>
              <a:gd name="connsiteY1" fmla="*/ 4183380 h 4183379"/>
              <a:gd name="connsiteX2" fmla="*/ 0 w 4183379"/>
              <a:gd name="connsiteY2" fmla="*/ 2091690 h 4183379"/>
              <a:gd name="connsiteX3" fmla="*/ 2091690 w 4183379"/>
              <a:gd name="connsiteY3" fmla="*/ 0 h 4183379"/>
              <a:gd name="connsiteX4" fmla="*/ 4183380 w 4183379"/>
              <a:gd name="connsiteY4" fmla="*/ 2091690 h 418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3379" h="4183379">
                <a:moveTo>
                  <a:pt x="4183380" y="2091690"/>
                </a:moveTo>
                <a:cubicBezTo>
                  <a:pt x="4183380" y="3246899"/>
                  <a:pt x="3246899" y="4183380"/>
                  <a:pt x="2091690" y="4183380"/>
                </a:cubicBezTo>
                <a:cubicBezTo>
                  <a:pt x="936482" y="4183380"/>
                  <a:pt x="0" y="3246899"/>
                  <a:pt x="0" y="2091690"/>
                </a:cubicBezTo>
                <a:cubicBezTo>
                  <a:pt x="0" y="936482"/>
                  <a:pt x="936482" y="0"/>
                  <a:pt x="2091690" y="0"/>
                </a:cubicBezTo>
                <a:cubicBezTo>
                  <a:pt x="3246899" y="0"/>
                  <a:pt x="4183380" y="936482"/>
                  <a:pt x="4183380" y="2091690"/>
                </a:cubicBezTo>
                <a:close/>
              </a:path>
            </a:pathLst>
          </a:custGeom>
          <a:solidFill>
            <a:schemeClr val="accent3"/>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356A8061-F187-8A01-0490-97C176B5E660}"/>
              </a:ext>
            </a:extLst>
          </p:cNvPr>
          <p:cNvSpPr/>
          <p:nvPr/>
        </p:nvSpPr>
        <p:spPr>
          <a:xfrm>
            <a:off x="1588770" y="3604445"/>
            <a:ext cx="3032760" cy="3032759"/>
          </a:xfrm>
          <a:custGeom>
            <a:avLst/>
            <a:gdLst>
              <a:gd name="connsiteX0" fmla="*/ 3032760 w 3032760"/>
              <a:gd name="connsiteY0" fmla="*/ 1516380 h 3032759"/>
              <a:gd name="connsiteX1" fmla="*/ 1516380 w 3032760"/>
              <a:gd name="connsiteY1" fmla="*/ 3032760 h 3032759"/>
              <a:gd name="connsiteX2" fmla="*/ 0 w 3032760"/>
              <a:gd name="connsiteY2" fmla="*/ 1516380 h 3032759"/>
              <a:gd name="connsiteX3" fmla="*/ 1516380 w 3032760"/>
              <a:gd name="connsiteY3" fmla="*/ 0 h 3032759"/>
              <a:gd name="connsiteX4" fmla="*/ 3032760 w 3032760"/>
              <a:gd name="connsiteY4" fmla="*/ 1516380 h 3032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2760" h="3032759">
                <a:moveTo>
                  <a:pt x="3032760" y="1516380"/>
                </a:moveTo>
                <a:cubicBezTo>
                  <a:pt x="3032760" y="2353854"/>
                  <a:pt x="2353853" y="3032760"/>
                  <a:pt x="1516380" y="3032760"/>
                </a:cubicBezTo>
                <a:cubicBezTo>
                  <a:pt x="678907" y="3032760"/>
                  <a:pt x="0" y="2353853"/>
                  <a:pt x="0" y="1516380"/>
                </a:cubicBezTo>
                <a:cubicBezTo>
                  <a:pt x="0" y="678906"/>
                  <a:pt x="678907" y="0"/>
                  <a:pt x="1516380" y="0"/>
                </a:cubicBezTo>
                <a:cubicBezTo>
                  <a:pt x="2353854" y="0"/>
                  <a:pt x="3032760" y="678907"/>
                  <a:pt x="3032760" y="1516380"/>
                </a:cubicBezTo>
                <a:close/>
              </a:path>
            </a:pathLst>
          </a:custGeom>
          <a:solidFill>
            <a:schemeClr val="accent2"/>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任意形状 10">
            <a:extLst>
              <a:ext uri="{FF2B5EF4-FFF2-40B4-BE49-F238E27FC236}">
                <a16:creationId xmlns:a16="http://schemas.microsoft.com/office/drawing/2014/main" id="{7DD422B1-69B3-954B-F842-EA78F9D662E9}"/>
              </a:ext>
            </a:extLst>
          </p:cNvPr>
          <p:cNvSpPr/>
          <p:nvPr/>
        </p:nvSpPr>
        <p:spPr>
          <a:xfrm>
            <a:off x="2120900" y="4668705"/>
            <a:ext cx="1968500" cy="1968500"/>
          </a:xfrm>
          <a:custGeom>
            <a:avLst/>
            <a:gdLst>
              <a:gd name="connsiteX0" fmla="*/ 1968500 w 1968500"/>
              <a:gd name="connsiteY0" fmla="*/ 984250 h 1968500"/>
              <a:gd name="connsiteX1" fmla="*/ 984250 w 1968500"/>
              <a:gd name="connsiteY1" fmla="*/ 1968500 h 1968500"/>
              <a:gd name="connsiteX2" fmla="*/ 0 w 1968500"/>
              <a:gd name="connsiteY2" fmla="*/ 984250 h 1968500"/>
              <a:gd name="connsiteX3" fmla="*/ 984250 w 1968500"/>
              <a:gd name="connsiteY3" fmla="*/ 0 h 1968500"/>
              <a:gd name="connsiteX4" fmla="*/ 1968500 w 1968500"/>
              <a:gd name="connsiteY4" fmla="*/ 984250 h 196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500" h="1968500">
                <a:moveTo>
                  <a:pt x="1968500" y="984250"/>
                </a:moveTo>
                <a:cubicBezTo>
                  <a:pt x="1968500" y="1527836"/>
                  <a:pt x="1527836" y="1968500"/>
                  <a:pt x="984250" y="1968500"/>
                </a:cubicBezTo>
                <a:cubicBezTo>
                  <a:pt x="440664" y="1968500"/>
                  <a:pt x="0" y="1527836"/>
                  <a:pt x="0" y="984250"/>
                </a:cubicBezTo>
                <a:cubicBezTo>
                  <a:pt x="0" y="440664"/>
                  <a:pt x="440664" y="0"/>
                  <a:pt x="984250" y="0"/>
                </a:cubicBezTo>
                <a:cubicBezTo>
                  <a:pt x="1527836" y="0"/>
                  <a:pt x="1968500" y="440664"/>
                  <a:pt x="1968500" y="984250"/>
                </a:cubicBezTo>
                <a:close/>
              </a:path>
            </a:pathLst>
          </a:custGeom>
          <a:solidFill>
            <a:schemeClr val="accent1"/>
          </a:solidFill>
          <a:ln w="149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4" name="TextBox 41">
            <a:extLst>
              <a:ext uri="{FF2B5EF4-FFF2-40B4-BE49-F238E27FC236}">
                <a16:creationId xmlns:a16="http://schemas.microsoft.com/office/drawing/2014/main" id="{F4F6FFAD-F3E0-548F-C8EA-D600311927A3}"/>
              </a:ext>
            </a:extLst>
          </p:cNvPr>
          <p:cNvSpPr txBox="1"/>
          <p:nvPr/>
        </p:nvSpPr>
        <p:spPr>
          <a:xfrm>
            <a:off x="7137794" y="1837977"/>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5" name="矩形 24">
            <a:extLst>
              <a:ext uri="{FF2B5EF4-FFF2-40B4-BE49-F238E27FC236}">
                <a16:creationId xmlns:a16="http://schemas.microsoft.com/office/drawing/2014/main" id="{BE8FC7B0-26EF-D6E7-B7DB-E913B02FEBF6}"/>
              </a:ext>
            </a:extLst>
          </p:cNvPr>
          <p:cNvSpPr/>
          <p:nvPr/>
        </p:nvSpPr>
        <p:spPr>
          <a:xfrm>
            <a:off x="7137794" y="1490785"/>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26" name="TextBox 41">
            <a:extLst>
              <a:ext uri="{FF2B5EF4-FFF2-40B4-BE49-F238E27FC236}">
                <a16:creationId xmlns:a16="http://schemas.microsoft.com/office/drawing/2014/main" id="{1E2DC92D-386F-D5B8-8695-7F04FBEEE05E}"/>
              </a:ext>
            </a:extLst>
          </p:cNvPr>
          <p:cNvSpPr txBox="1"/>
          <p:nvPr/>
        </p:nvSpPr>
        <p:spPr>
          <a:xfrm>
            <a:off x="7137794" y="3195436"/>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7" name="矩形 26">
            <a:extLst>
              <a:ext uri="{FF2B5EF4-FFF2-40B4-BE49-F238E27FC236}">
                <a16:creationId xmlns:a16="http://schemas.microsoft.com/office/drawing/2014/main" id="{ECFABD3D-3EDF-2F55-15AA-B3399E4C9419}"/>
              </a:ext>
            </a:extLst>
          </p:cNvPr>
          <p:cNvSpPr/>
          <p:nvPr/>
        </p:nvSpPr>
        <p:spPr>
          <a:xfrm>
            <a:off x="7137794" y="2848244"/>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28" name="TextBox 41">
            <a:extLst>
              <a:ext uri="{FF2B5EF4-FFF2-40B4-BE49-F238E27FC236}">
                <a16:creationId xmlns:a16="http://schemas.microsoft.com/office/drawing/2014/main" id="{27118722-2877-E323-56E1-2A03707496D7}"/>
              </a:ext>
            </a:extLst>
          </p:cNvPr>
          <p:cNvSpPr txBox="1"/>
          <p:nvPr/>
        </p:nvSpPr>
        <p:spPr>
          <a:xfrm>
            <a:off x="7137794" y="4552895"/>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29" name="矩形 28">
            <a:extLst>
              <a:ext uri="{FF2B5EF4-FFF2-40B4-BE49-F238E27FC236}">
                <a16:creationId xmlns:a16="http://schemas.microsoft.com/office/drawing/2014/main" id="{75D0EA62-185A-0D45-1781-E762EF60A1F6}"/>
              </a:ext>
            </a:extLst>
          </p:cNvPr>
          <p:cNvSpPr/>
          <p:nvPr/>
        </p:nvSpPr>
        <p:spPr>
          <a:xfrm>
            <a:off x="7137794" y="4205703"/>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30" name="TextBox 41">
            <a:extLst>
              <a:ext uri="{FF2B5EF4-FFF2-40B4-BE49-F238E27FC236}">
                <a16:creationId xmlns:a16="http://schemas.microsoft.com/office/drawing/2014/main" id="{9987613F-A3EC-F8F5-BD65-08FD084846DF}"/>
              </a:ext>
            </a:extLst>
          </p:cNvPr>
          <p:cNvSpPr txBox="1"/>
          <p:nvPr/>
        </p:nvSpPr>
        <p:spPr>
          <a:xfrm>
            <a:off x="7137794" y="5910354"/>
            <a:ext cx="4334627" cy="301557"/>
          </a:xfrm>
          <a:prstGeom prst="rect">
            <a:avLst/>
          </a:prstGeom>
          <a:noFill/>
        </p:spPr>
        <p:txBody>
          <a:bodyPr wrap="square" rtlCol="0" anchor="t">
            <a:spAutoFit/>
          </a:bodyPr>
          <a:lstStyle/>
          <a:p>
            <a:pPr algn="just">
              <a:lnSpc>
                <a:spcPct val="150000"/>
              </a:lnSpc>
              <a:spcAft>
                <a:spcPts val="5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a:t>
            </a:r>
          </a:p>
        </p:txBody>
      </p:sp>
      <p:sp>
        <p:nvSpPr>
          <p:cNvPr id="31" name="矩形 30">
            <a:extLst>
              <a:ext uri="{FF2B5EF4-FFF2-40B4-BE49-F238E27FC236}">
                <a16:creationId xmlns:a16="http://schemas.microsoft.com/office/drawing/2014/main" id="{657068CF-460A-83F1-75A7-9A45E0CCDD40}"/>
              </a:ext>
            </a:extLst>
          </p:cNvPr>
          <p:cNvSpPr/>
          <p:nvPr/>
        </p:nvSpPr>
        <p:spPr>
          <a:xfrm>
            <a:off x="7137794" y="5563162"/>
            <a:ext cx="4334627" cy="274515"/>
          </a:xfrm>
          <a:prstGeom prst="rect">
            <a:avLst/>
          </a:prstGeom>
          <a:gradFill flip="none" rotWithShape="1">
            <a:gsLst>
              <a:gs pos="50000">
                <a:srgbClr val="A2B9E2">
                  <a:alpha val="80053"/>
                </a:srgbClr>
              </a:gs>
              <a:gs pos="100000">
                <a:schemeClr val="bg1">
                  <a:alpha val="59511"/>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sz="1400" b="1" dirty="0">
                <a:latin typeface="Alibaba PuHuiTi" pitchFamily="18" charset="-122"/>
                <a:ea typeface="Alibaba PuHuiTi" pitchFamily="18" charset="-122"/>
                <a:cs typeface="Alibaba PuHuiTi" pitchFamily="18" charset="-122"/>
              </a:rPr>
              <a:t>这是标题</a:t>
            </a:r>
          </a:p>
        </p:txBody>
      </p:sp>
      <p:sp>
        <p:nvSpPr>
          <p:cNvPr id="32" name="Freeform 114">
            <a:extLst>
              <a:ext uri="{FF2B5EF4-FFF2-40B4-BE49-F238E27FC236}">
                <a16:creationId xmlns:a16="http://schemas.microsoft.com/office/drawing/2014/main" id="{F76BDF3F-4FC0-BEDB-F208-34B3857C8AEC}"/>
              </a:ext>
            </a:extLst>
          </p:cNvPr>
          <p:cNvSpPr>
            <a:spLocks noChangeArrowheads="1"/>
          </p:cNvSpPr>
          <p:nvPr/>
        </p:nvSpPr>
        <p:spPr bwMode="auto">
          <a:xfrm>
            <a:off x="6311900" y="1728193"/>
            <a:ext cx="419100" cy="422275"/>
          </a:xfrm>
          <a:custGeom>
            <a:avLst/>
            <a:gdLst>
              <a:gd name="T0" fmla="*/ 497 w 1165"/>
              <a:gd name="T1" fmla="*/ 737 h 1173"/>
              <a:gd name="T2" fmla="*/ 784 w 1165"/>
              <a:gd name="T3" fmla="*/ 449 h 1173"/>
              <a:gd name="T4" fmla="*/ 847 w 1165"/>
              <a:gd name="T5" fmla="*/ 512 h 1173"/>
              <a:gd name="T6" fmla="*/ 497 w 1165"/>
              <a:gd name="T7" fmla="*/ 860 h 1173"/>
              <a:gd name="T8" fmla="*/ 311 w 1165"/>
              <a:gd name="T9" fmla="*/ 674 h 1173"/>
              <a:gd name="T10" fmla="*/ 371 w 1165"/>
              <a:gd name="T11" fmla="*/ 614 h 1173"/>
              <a:gd name="T12" fmla="*/ 497 w 1165"/>
              <a:gd name="T13" fmla="*/ 737 h 1173"/>
              <a:gd name="T14" fmla="*/ 582 w 1165"/>
              <a:gd name="T15" fmla="*/ 1057 h 1173"/>
              <a:gd name="T16" fmla="*/ 989 w 1165"/>
              <a:gd name="T17" fmla="*/ 647 h 1173"/>
              <a:gd name="T18" fmla="*/ 582 w 1165"/>
              <a:gd name="T19" fmla="*/ 241 h 1173"/>
              <a:gd name="T20" fmla="*/ 175 w 1165"/>
              <a:gd name="T21" fmla="*/ 647 h 1173"/>
              <a:gd name="T22" fmla="*/ 582 w 1165"/>
              <a:gd name="T23" fmla="*/ 1057 h 1173"/>
              <a:gd name="T24" fmla="*/ 582 w 1165"/>
              <a:gd name="T25" fmla="*/ 123 h 1173"/>
              <a:gd name="T26" fmla="*/ 1107 w 1165"/>
              <a:gd name="T27" fmla="*/ 647 h 1173"/>
              <a:gd name="T28" fmla="*/ 582 w 1165"/>
              <a:gd name="T29" fmla="*/ 1172 h 1173"/>
              <a:gd name="T30" fmla="*/ 57 w 1165"/>
              <a:gd name="T31" fmla="*/ 647 h 1173"/>
              <a:gd name="T32" fmla="*/ 582 w 1165"/>
              <a:gd name="T33" fmla="*/ 123 h 1173"/>
              <a:gd name="T34" fmla="*/ 341 w 1165"/>
              <a:gd name="T35" fmla="*/ 88 h 1173"/>
              <a:gd name="T36" fmla="*/ 74 w 1165"/>
              <a:gd name="T37" fmla="*/ 312 h 1173"/>
              <a:gd name="T38" fmla="*/ 0 w 1165"/>
              <a:gd name="T39" fmla="*/ 225 h 1173"/>
              <a:gd name="T40" fmla="*/ 268 w 1165"/>
              <a:gd name="T41" fmla="*/ 0 h 1173"/>
              <a:gd name="T42" fmla="*/ 341 w 1165"/>
              <a:gd name="T43" fmla="*/ 88 h 1173"/>
              <a:gd name="T44" fmla="*/ 1164 w 1165"/>
              <a:gd name="T45" fmla="*/ 225 h 1173"/>
              <a:gd name="T46" fmla="*/ 1090 w 1165"/>
              <a:gd name="T47" fmla="*/ 315 h 1173"/>
              <a:gd name="T48" fmla="*/ 822 w 1165"/>
              <a:gd name="T49" fmla="*/ 88 h 1173"/>
              <a:gd name="T50" fmla="*/ 896 w 1165"/>
              <a:gd name="T51" fmla="*/ 1 h 1173"/>
              <a:gd name="T52" fmla="*/ 1164 w 1165"/>
              <a:gd name="T53" fmla="*/ 225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73">
                <a:moveTo>
                  <a:pt x="497" y="737"/>
                </a:moveTo>
                <a:lnTo>
                  <a:pt x="784" y="449"/>
                </a:lnTo>
                <a:lnTo>
                  <a:pt x="847" y="512"/>
                </a:lnTo>
                <a:lnTo>
                  <a:pt x="497" y="860"/>
                </a:lnTo>
                <a:lnTo>
                  <a:pt x="311" y="674"/>
                </a:lnTo>
                <a:lnTo>
                  <a:pt x="371" y="614"/>
                </a:lnTo>
                <a:lnTo>
                  <a:pt x="497" y="737"/>
                </a:lnTo>
                <a:close/>
                <a:moveTo>
                  <a:pt x="582" y="1057"/>
                </a:moveTo>
                <a:cubicBezTo>
                  <a:pt x="809" y="1057"/>
                  <a:pt x="989" y="874"/>
                  <a:pt x="989" y="647"/>
                </a:cubicBezTo>
                <a:cubicBezTo>
                  <a:pt x="989" y="421"/>
                  <a:pt x="809" y="241"/>
                  <a:pt x="582" y="241"/>
                </a:cubicBezTo>
                <a:cubicBezTo>
                  <a:pt x="355" y="241"/>
                  <a:pt x="175" y="421"/>
                  <a:pt x="175" y="647"/>
                </a:cubicBezTo>
                <a:cubicBezTo>
                  <a:pt x="175" y="874"/>
                  <a:pt x="355" y="1057"/>
                  <a:pt x="582" y="1057"/>
                </a:cubicBezTo>
                <a:close/>
                <a:moveTo>
                  <a:pt x="582" y="123"/>
                </a:moveTo>
                <a:cubicBezTo>
                  <a:pt x="871" y="123"/>
                  <a:pt x="1107" y="358"/>
                  <a:pt x="1107" y="647"/>
                </a:cubicBezTo>
                <a:cubicBezTo>
                  <a:pt x="1107" y="937"/>
                  <a:pt x="872" y="1172"/>
                  <a:pt x="582" y="1172"/>
                </a:cubicBezTo>
                <a:cubicBezTo>
                  <a:pt x="293" y="1172"/>
                  <a:pt x="57" y="937"/>
                  <a:pt x="57" y="647"/>
                </a:cubicBezTo>
                <a:cubicBezTo>
                  <a:pt x="57" y="358"/>
                  <a:pt x="292" y="123"/>
                  <a:pt x="582" y="123"/>
                </a:cubicBezTo>
                <a:close/>
                <a:moveTo>
                  <a:pt x="341" y="88"/>
                </a:moveTo>
                <a:lnTo>
                  <a:pt x="74" y="312"/>
                </a:lnTo>
                <a:lnTo>
                  <a:pt x="0" y="225"/>
                </a:lnTo>
                <a:lnTo>
                  <a:pt x="268" y="0"/>
                </a:lnTo>
                <a:lnTo>
                  <a:pt x="341" y="88"/>
                </a:lnTo>
                <a:close/>
                <a:moveTo>
                  <a:pt x="1164" y="225"/>
                </a:moveTo>
                <a:lnTo>
                  <a:pt x="1090" y="315"/>
                </a:lnTo>
                <a:lnTo>
                  <a:pt x="822" y="88"/>
                </a:lnTo>
                <a:lnTo>
                  <a:pt x="896" y="1"/>
                </a:lnTo>
                <a:lnTo>
                  <a:pt x="1164" y="225"/>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3" name="Freeform 32">
            <a:extLst>
              <a:ext uri="{FF2B5EF4-FFF2-40B4-BE49-F238E27FC236}">
                <a16:creationId xmlns:a16="http://schemas.microsoft.com/office/drawing/2014/main" id="{9025A79C-E978-EAD9-F64A-D100F4AF8308}"/>
              </a:ext>
            </a:extLst>
          </p:cNvPr>
          <p:cNvSpPr>
            <a:spLocks noChangeArrowheads="1"/>
          </p:cNvSpPr>
          <p:nvPr/>
        </p:nvSpPr>
        <p:spPr bwMode="auto">
          <a:xfrm>
            <a:off x="6289675" y="3137220"/>
            <a:ext cx="463550" cy="293688"/>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4" name="Freeform 53">
            <a:extLst>
              <a:ext uri="{FF2B5EF4-FFF2-40B4-BE49-F238E27FC236}">
                <a16:creationId xmlns:a16="http://schemas.microsoft.com/office/drawing/2014/main" id="{6D8A6C68-D8A1-4D2B-7428-AF64A5112114}"/>
              </a:ext>
            </a:extLst>
          </p:cNvPr>
          <p:cNvSpPr>
            <a:spLocks noChangeArrowheads="1"/>
          </p:cNvSpPr>
          <p:nvPr/>
        </p:nvSpPr>
        <p:spPr bwMode="auto">
          <a:xfrm>
            <a:off x="6290035" y="4506509"/>
            <a:ext cx="462831" cy="309527"/>
          </a:xfrm>
          <a:custGeom>
            <a:avLst/>
            <a:gdLst>
              <a:gd name="T0" fmla="*/ 1281 w 1400"/>
              <a:gd name="T1" fmla="*/ 760 h 936"/>
              <a:gd name="T2" fmla="*/ 1281 w 1400"/>
              <a:gd name="T3" fmla="*/ 350 h 936"/>
              <a:gd name="T4" fmla="*/ 1049 w 1400"/>
              <a:gd name="T5" fmla="*/ 350 h 936"/>
              <a:gd name="T6" fmla="*/ 1049 w 1400"/>
              <a:gd name="T7" fmla="*/ 760 h 936"/>
              <a:gd name="T8" fmla="*/ 1281 w 1400"/>
              <a:gd name="T9" fmla="*/ 760 h 936"/>
              <a:gd name="T10" fmla="*/ 1342 w 1400"/>
              <a:gd name="T11" fmla="*/ 235 h 936"/>
              <a:gd name="T12" fmla="*/ 1399 w 1400"/>
              <a:gd name="T13" fmla="*/ 292 h 936"/>
              <a:gd name="T14" fmla="*/ 1399 w 1400"/>
              <a:gd name="T15" fmla="*/ 874 h 936"/>
              <a:gd name="T16" fmla="*/ 1342 w 1400"/>
              <a:gd name="T17" fmla="*/ 935 h 936"/>
              <a:gd name="T18" fmla="*/ 992 w 1400"/>
              <a:gd name="T19" fmla="*/ 935 h 936"/>
              <a:gd name="T20" fmla="*/ 932 w 1400"/>
              <a:gd name="T21" fmla="*/ 874 h 936"/>
              <a:gd name="T22" fmla="*/ 932 w 1400"/>
              <a:gd name="T23" fmla="*/ 292 h 936"/>
              <a:gd name="T24" fmla="*/ 992 w 1400"/>
              <a:gd name="T25" fmla="*/ 235 h 936"/>
              <a:gd name="T26" fmla="*/ 1342 w 1400"/>
              <a:gd name="T27" fmla="*/ 235 h 936"/>
              <a:gd name="T28" fmla="*/ 232 w 1400"/>
              <a:gd name="T29" fmla="*/ 117 h 936"/>
              <a:gd name="T30" fmla="*/ 232 w 1400"/>
              <a:gd name="T31" fmla="*/ 760 h 936"/>
              <a:gd name="T32" fmla="*/ 817 w 1400"/>
              <a:gd name="T33" fmla="*/ 760 h 936"/>
              <a:gd name="T34" fmla="*/ 817 w 1400"/>
              <a:gd name="T35" fmla="*/ 935 h 936"/>
              <a:gd name="T36" fmla="*/ 0 w 1400"/>
              <a:gd name="T37" fmla="*/ 935 h 936"/>
              <a:gd name="T38" fmla="*/ 0 w 1400"/>
              <a:gd name="T39" fmla="*/ 760 h 936"/>
              <a:gd name="T40" fmla="*/ 117 w 1400"/>
              <a:gd name="T41" fmla="*/ 760 h 936"/>
              <a:gd name="T42" fmla="*/ 117 w 1400"/>
              <a:gd name="T43" fmla="*/ 117 h 936"/>
              <a:gd name="T44" fmla="*/ 232 w 1400"/>
              <a:gd name="T45" fmla="*/ 0 h 936"/>
              <a:gd name="T46" fmla="*/ 1281 w 1400"/>
              <a:gd name="T47" fmla="*/ 0 h 936"/>
              <a:gd name="T48" fmla="*/ 1281 w 1400"/>
              <a:gd name="T49" fmla="*/ 117 h 936"/>
              <a:gd name="T50" fmla="*/ 232 w 1400"/>
              <a:gd name="T51" fmla="*/ 117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00" h="936">
                <a:moveTo>
                  <a:pt x="1281" y="760"/>
                </a:moveTo>
                <a:lnTo>
                  <a:pt x="1281" y="350"/>
                </a:lnTo>
                <a:lnTo>
                  <a:pt x="1049" y="350"/>
                </a:lnTo>
                <a:lnTo>
                  <a:pt x="1049" y="760"/>
                </a:lnTo>
                <a:lnTo>
                  <a:pt x="1281" y="760"/>
                </a:lnTo>
                <a:close/>
                <a:moveTo>
                  <a:pt x="1342" y="235"/>
                </a:moveTo>
                <a:cubicBezTo>
                  <a:pt x="1374" y="235"/>
                  <a:pt x="1399" y="260"/>
                  <a:pt x="1399" y="292"/>
                </a:cubicBezTo>
                <a:lnTo>
                  <a:pt x="1399" y="874"/>
                </a:lnTo>
                <a:cubicBezTo>
                  <a:pt x="1399" y="907"/>
                  <a:pt x="1374" y="935"/>
                  <a:pt x="1342" y="935"/>
                </a:cubicBezTo>
                <a:lnTo>
                  <a:pt x="992" y="935"/>
                </a:lnTo>
                <a:cubicBezTo>
                  <a:pt x="959" y="935"/>
                  <a:pt x="932" y="907"/>
                  <a:pt x="932" y="874"/>
                </a:cubicBezTo>
                <a:lnTo>
                  <a:pt x="932" y="292"/>
                </a:lnTo>
                <a:cubicBezTo>
                  <a:pt x="932" y="260"/>
                  <a:pt x="959" y="235"/>
                  <a:pt x="992" y="235"/>
                </a:cubicBezTo>
                <a:lnTo>
                  <a:pt x="1342" y="235"/>
                </a:lnTo>
                <a:close/>
                <a:moveTo>
                  <a:pt x="232" y="117"/>
                </a:moveTo>
                <a:lnTo>
                  <a:pt x="232" y="760"/>
                </a:lnTo>
                <a:lnTo>
                  <a:pt x="817" y="760"/>
                </a:lnTo>
                <a:lnTo>
                  <a:pt x="817" y="935"/>
                </a:lnTo>
                <a:lnTo>
                  <a:pt x="0" y="935"/>
                </a:lnTo>
                <a:lnTo>
                  <a:pt x="0" y="760"/>
                </a:lnTo>
                <a:lnTo>
                  <a:pt x="117" y="760"/>
                </a:lnTo>
                <a:lnTo>
                  <a:pt x="117" y="117"/>
                </a:lnTo>
                <a:cubicBezTo>
                  <a:pt x="117" y="55"/>
                  <a:pt x="169" y="0"/>
                  <a:pt x="232" y="0"/>
                </a:cubicBezTo>
                <a:lnTo>
                  <a:pt x="1281" y="0"/>
                </a:lnTo>
                <a:lnTo>
                  <a:pt x="1281" y="117"/>
                </a:lnTo>
                <a:lnTo>
                  <a:pt x="232" y="117"/>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5" name="Freeform 50">
            <a:extLst>
              <a:ext uri="{FF2B5EF4-FFF2-40B4-BE49-F238E27FC236}">
                <a16:creationId xmlns:a16="http://schemas.microsoft.com/office/drawing/2014/main" id="{6528129E-16A4-C125-AA02-E08FD5B64FBB}"/>
              </a:ext>
            </a:extLst>
          </p:cNvPr>
          <p:cNvSpPr>
            <a:spLocks noChangeArrowheads="1"/>
          </p:cNvSpPr>
          <p:nvPr/>
        </p:nvSpPr>
        <p:spPr bwMode="auto">
          <a:xfrm>
            <a:off x="6308090" y="5811705"/>
            <a:ext cx="426721" cy="426721"/>
          </a:xfrm>
          <a:custGeom>
            <a:avLst/>
            <a:gdLst>
              <a:gd name="T0" fmla="*/ 848 w 1166"/>
              <a:gd name="T1" fmla="*/ 754 h 1165"/>
              <a:gd name="T2" fmla="*/ 602 w 1166"/>
              <a:gd name="T3" fmla="*/ 524 h 1165"/>
              <a:gd name="T4" fmla="*/ 449 w 1166"/>
              <a:gd name="T5" fmla="*/ 412 h 1165"/>
              <a:gd name="T6" fmla="*/ 588 w 1166"/>
              <a:gd name="T7" fmla="*/ 317 h 1165"/>
              <a:gd name="T8" fmla="*/ 717 w 1166"/>
              <a:gd name="T9" fmla="*/ 426 h 1165"/>
              <a:gd name="T10" fmla="*/ 831 w 1166"/>
              <a:gd name="T11" fmla="*/ 426 h 1165"/>
              <a:gd name="T12" fmla="*/ 665 w 1166"/>
              <a:gd name="T13" fmla="*/ 229 h 1165"/>
              <a:gd name="T14" fmla="*/ 665 w 1166"/>
              <a:gd name="T15" fmla="*/ 115 h 1165"/>
              <a:gd name="T16" fmla="*/ 509 w 1166"/>
              <a:gd name="T17" fmla="*/ 115 h 1165"/>
              <a:gd name="T18" fmla="*/ 509 w 1166"/>
              <a:gd name="T19" fmla="*/ 229 h 1165"/>
              <a:gd name="T20" fmla="*/ 328 w 1166"/>
              <a:gd name="T21" fmla="*/ 415 h 1165"/>
              <a:gd name="T22" fmla="*/ 572 w 1166"/>
              <a:gd name="T23" fmla="*/ 628 h 1165"/>
              <a:gd name="T24" fmla="*/ 727 w 1166"/>
              <a:gd name="T25" fmla="*/ 754 h 1165"/>
              <a:gd name="T26" fmla="*/ 588 w 1166"/>
              <a:gd name="T27" fmla="*/ 847 h 1165"/>
              <a:gd name="T28" fmla="*/ 432 w 1166"/>
              <a:gd name="T29" fmla="*/ 738 h 1165"/>
              <a:gd name="T30" fmla="*/ 318 w 1166"/>
              <a:gd name="T31" fmla="*/ 738 h 1165"/>
              <a:gd name="T32" fmla="*/ 509 w 1166"/>
              <a:gd name="T33" fmla="*/ 934 h 1165"/>
              <a:gd name="T34" fmla="*/ 509 w 1166"/>
              <a:gd name="T35" fmla="*/ 1049 h 1165"/>
              <a:gd name="T36" fmla="*/ 665 w 1166"/>
              <a:gd name="T37" fmla="*/ 1049 h 1165"/>
              <a:gd name="T38" fmla="*/ 665 w 1166"/>
              <a:gd name="T39" fmla="*/ 937 h 1165"/>
              <a:gd name="T40" fmla="*/ 848 w 1166"/>
              <a:gd name="T41" fmla="*/ 754 h 1165"/>
              <a:gd name="T42" fmla="*/ 583 w 1166"/>
              <a:gd name="T43" fmla="*/ 0 h 1165"/>
              <a:gd name="T44" fmla="*/ 1165 w 1166"/>
              <a:gd name="T45" fmla="*/ 582 h 1165"/>
              <a:gd name="T46" fmla="*/ 583 w 1166"/>
              <a:gd name="T47" fmla="*/ 1164 h 1165"/>
              <a:gd name="T48" fmla="*/ 0 w 1166"/>
              <a:gd name="T49" fmla="*/ 582 h 1165"/>
              <a:gd name="T50" fmla="*/ 583 w 1166"/>
              <a:gd name="T51"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6" h="1165">
                <a:moveTo>
                  <a:pt x="848" y="754"/>
                </a:moveTo>
                <a:cubicBezTo>
                  <a:pt x="848" y="606"/>
                  <a:pt x="719" y="555"/>
                  <a:pt x="602" y="524"/>
                </a:cubicBezTo>
                <a:cubicBezTo>
                  <a:pt x="484" y="494"/>
                  <a:pt x="449" y="462"/>
                  <a:pt x="449" y="412"/>
                </a:cubicBezTo>
                <a:cubicBezTo>
                  <a:pt x="449" y="358"/>
                  <a:pt x="501" y="317"/>
                  <a:pt x="588" y="317"/>
                </a:cubicBezTo>
                <a:cubicBezTo>
                  <a:pt x="681" y="317"/>
                  <a:pt x="714" y="360"/>
                  <a:pt x="717" y="426"/>
                </a:cubicBezTo>
                <a:lnTo>
                  <a:pt x="831" y="426"/>
                </a:lnTo>
                <a:cubicBezTo>
                  <a:pt x="829" y="336"/>
                  <a:pt x="774" y="257"/>
                  <a:pt x="665" y="229"/>
                </a:cubicBezTo>
                <a:lnTo>
                  <a:pt x="665" y="115"/>
                </a:lnTo>
                <a:lnTo>
                  <a:pt x="509" y="115"/>
                </a:lnTo>
                <a:lnTo>
                  <a:pt x="509" y="229"/>
                </a:lnTo>
                <a:cubicBezTo>
                  <a:pt x="408" y="251"/>
                  <a:pt x="328" y="314"/>
                  <a:pt x="328" y="415"/>
                </a:cubicBezTo>
                <a:cubicBezTo>
                  <a:pt x="328" y="535"/>
                  <a:pt x="427" y="593"/>
                  <a:pt x="572" y="628"/>
                </a:cubicBezTo>
                <a:cubicBezTo>
                  <a:pt x="703" y="658"/>
                  <a:pt x="727" y="705"/>
                  <a:pt x="727" y="754"/>
                </a:cubicBezTo>
                <a:cubicBezTo>
                  <a:pt x="727" y="790"/>
                  <a:pt x="703" y="847"/>
                  <a:pt x="588" y="847"/>
                </a:cubicBezTo>
                <a:cubicBezTo>
                  <a:pt x="481" y="847"/>
                  <a:pt x="438" y="798"/>
                  <a:pt x="432" y="738"/>
                </a:cubicBezTo>
                <a:lnTo>
                  <a:pt x="318" y="738"/>
                </a:lnTo>
                <a:cubicBezTo>
                  <a:pt x="323" y="850"/>
                  <a:pt x="410" y="912"/>
                  <a:pt x="509" y="934"/>
                </a:cubicBezTo>
                <a:lnTo>
                  <a:pt x="509" y="1049"/>
                </a:lnTo>
                <a:lnTo>
                  <a:pt x="665" y="1049"/>
                </a:lnTo>
                <a:lnTo>
                  <a:pt x="665" y="937"/>
                </a:lnTo>
                <a:cubicBezTo>
                  <a:pt x="766" y="918"/>
                  <a:pt x="848" y="861"/>
                  <a:pt x="848" y="754"/>
                </a:cubicBezTo>
                <a:close/>
                <a:moveTo>
                  <a:pt x="583" y="0"/>
                </a:moveTo>
                <a:cubicBezTo>
                  <a:pt x="906" y="0"/>
                  <a:pt x="1165" y="260"/>
                  <a:pt x="1165" y="582"/>
                </a:cubicBezTo>
                <a:cubicBezTo>
                  <a:pt x="1165" y="905"/>
                  <a:pt x="906" y="1164"/>
                  <a:pt x="583" y="1164"/>
                </a:cubicBezTo>
                <a:cubicBezTo>
                  <a:pt x="261" y="1164"/>
                  <a:pt x="0" y="905"/>
                  <a:pt x="0" y="582"/>
                </a:cubicBezTo>
                <a:cubicBezTo>
                  <a:pt x="0" y="260"/>
                  <a:pt x="261" y="0"/>
                  <a:pt x="583" y="0"/>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solidFill>
                <a:schemeClr val="bg1"/>
              </a:solidFill>
              <a:latin typeface="Alibaba PuHuiTi" pitchFamily="18" charset="-122"/>
              <a:ea typeface="Alibaba PuHuiTi" pitchFamily="18" charset="-122"/>
              <a:cs typeface="Alibaba PuHuiTi" pitchFamily="18" charset="-122"/>
            </a:endParaRPr>
          </a:p>
        </p:txBody>
      </p:sp>
      <p:grpSp>
        <p:nvGrpSpPr>
          <p:cNvPr id="57" name="组合 56">
            <a:extLst>
              <a:ext uri="{FF2B5EF4-FFF2-40B4-BE49-F238E27FC236}">
                <a16:creationId xmlns:a16="http://schemas.microsoft.com/office/drawing/2014/main" id="{6E173FC5-EDC2-CA2A-6D03-B92CD23B85F5}"/>
              </a:ext>
            </a:extLst>
          </p:cNvPr>
          <p:cNvGrpSpPr/>
          <p:nvPr/>
        </p:nvGrpSpPr>
        <p:grpSpPr>
          <a:xfrm>
            <a:off x="3803407" y="1594157"/>
            <a:ext cx="3066755" cy="717082"/>
            <a:chOff x="3803407" y="1594157"/>
            <a:chExt cx="3066755" cy="717082"/>
          </a:xfrm>
        </p:grpSpPr>
        <p:sp>
          <p:nvSpPr>
            <p:cNvPr id="53" name="弦形 52">
              <a:extLst>
                <a:ext uri="{FF2B5EF4-FFF2-40B4-BE49-F238E27FC236}">
                  <a16:creationId xmlns:a16="http://schemas.microsoft.com/office/drawing/2014/main" id="{30ADB75C-D5F3-2F25-8E3C-5C429C9EB4AC}"/>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5" name="直线连接符 54">
              <a:extLst>
                <a:ext uri="{FF2B5EF4-FFF2-40B4-BE49-F238E27FC236}">
                  <a16:creationId xmlns:a16="http://schemas.microsoft.com/office/drawing/2014/main" id="{60CBB30B-D9F0-6DBC-421C-FB1C1C191F5B}"/>
                </a:ext>
              </a:extLst>
            </p:cNvPr>
            <p:cNvCxnSpPr>
              <a:cxnSpLocks/>
              <a:stCxn id="53"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58" name="组合 57">
            <a:extLst>
              <a:ext uri="{FF2B5EF4-FFF2-40B4-BE49-F238E27FC236}">
                <a16:creationId xmlns:a16="http://schemas.microsoft.com/office/drawing/2014/main" id="{14A67A6E-1510-2F30-B5B6-2D0CCC05F5EF}"/>
              </a:ext>
            </a:extLst>
          </p:cNvPr>
          <p:cNvGrpSpPr/>
          <p:nvPr/>
        </p:nvGrpSpPr>
        <p:grpSpPr>
          <a:xfrm>
            <a:off x="3803407" y="2953804"/>
            <a:ext cx="3066755" cy="717082"/>
            <a:chOff x="3803407" y="1594157"/>
            <a:chExt cx="3066755" cy="717082"/>
          </a:xfrm>
        </p:grpSpPr>
        <p:sp>
          <p:nvSpPr>
            <p:cNvPr id="59" name="弦形 58">
              <a:extLst>
                <a:ext uri="{FF2B5EF4-FFF2-40B4-BE49-F238E27FC236}">
                  <a16:creationId xmlns:a16="http://schemas.microsoft.com/office/drawing/2014/main" id="{151524BD-00B4-32EA-F17F-41CF92308800}"/>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0" name="直线连接符 59">
              <a:extLst>
                <a:ext uri="{FF2B5EF4-FFF2-40B4-BE49-F238E27FC236}">
                  <a16:creationId xmlns:a16="http://schemas.microsoft.com/office/drawing/2014/main" id="{89FE1B4B-AC29-FF0E-3E1F-B4B3EF23B30F}"/>
                </a:ext>
              </a:extLst>
            </p:cNvPr>
            <p:cNvCxnSpPr>
              <a:cxnSpLocks/>
              <a:stCxn id="59"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61" name="组合 60">
            <a:extLst>
              <a:ext uri="{FF2B5EF4-FFF2-40B4-BE49-F238E27FC236}">
                <a16:creationId xmlns:a16="http://schemas.microsoft.com/office/drawing/2014/main" id="{CE6F7570-4622-E2B4-9F84-F4D32661B00E}"/>
              </a:ext>
            </a:extLst>
          </p:cNvPr>
          <p:cNvGrpSpPr/>
          <p:nvPr/>
        </p:nvGrpSpPr>
        <p:grpSpPr>
          <a:xfrm>
            <a:off x="3803407" y="4315333"/>
            <a:ext cx="3066755" cy="717082"/>
            <a:chOff x="3803407" y="1594157"/>
            <a:chExt cx="3066755" cy="717082"/>
          </a:xfrm>
        </p:grpSpPr>
        <p:sp>
          <p:nvSpPr>
            <p:cNvPr id="62" name="弦形 61">
              <a:extLst>
                <a:ext uri="{FF2B5EF4-FFF2-40B4-BE49-F238E27FC236}">
                  <a16:creationId xmlns:a16="http://schemas.microsoft.com/office/drawing/2014/main" id="{0F1A5F60-EE8E-419D-10A7-5B7E9E7E1A2C}"/>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2" name="直线连接符 71">
              <a:extLst>
                <a:ext uri="{FF2B5EF4-FFF2-40B4-BE49-F238E27FC236}">
                  <a16:creationId xmlns:a16="http://schemas.microsoft.com/office/drawing/2014/main" id="{2C6A83E7-5A9B-F48D-212E-750991284BAF}"/>
                </a:ext>
              </a:extLst>
            </p:cNvPr>
            <p:cNvCxnSpPr>
              <a:cxnSpLocks/>
              <a:stCxn id="62"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grpSp>
        <p:nvGrpSpPr>
          <p:cNvPr id="76" name="组合 75">
            <a:extLst>
              <a:ext uri="{FF2B5EF4-FFF2-40B4-BE49-F238E27FC236}">
                <a16:creationId xmlns:a16="http://schemas.microsoft.com/office/drawing/2014/main" id="{6597379A-8011-6FF4-C89C-CF53F8CFEA07}"/>
              </a:ext>
            </a:extLst>
          </p:cNvPr>
          <p:cNvGrpSpPr/>
          <p:nvPr/>
        </p:nvGrpSpPr>
        <p:grpSpPr>
          <a:xfrm>
            <a:off x="3803407" y="5652955"/>
            <a:ext cx="3066755" cy="717082"/>
            <a:chOff x="3803407" y="1594157"/>
            <a:chExt cx="3066755" cy="717082"/>
          </a:xfrm>
        </p:grpSpPr>
        <p:sp>
          <p:nvSpPr>
            <p:cNvPr id="79" name="弦形 78">
              <a:extLst>
                <a:ext uri="{FF2B5EF4-FFF2-40B4-BE49-F238E27FC236}">
                  <a16:creationId xmlns:a16="http://schemas.microsoft.com/office/drawing/2014/main" id="{7593480A-65FD-5C88-1538-DD8794D9448B}"/>
                </a:ext>
              </a:extLst>
            </p:cNvPr>
            <p:cNvSpPr/>
            <p:nvPr/>
          </p:nvSpPr>
          <p:spPr>
            <a:xfrm rot="12143048">
              <a:off x="6131733" y="1594157"/>
              <a:ext cx="738429" cy="717082"/>
            </a:xfrm>
            <a:prstGeom prst="chord">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80" name="直线连接符 79">
              <a:extLst>
                <a:ext uri="{FF2B5EF4-FFF2-40B4-BE49-F238E27FC236}">
                  <a16:creationId xmlns:a16="http://schemas.microsoft.com/office/drawing/2014/main" id="{F3A30155-266B-E04D-D0B0-B9C34EEDD171}"/>
                </a:ext>
              </a:extLst>
            </p:cNvPr>
            <p:cNvCxnSpPr>
              <a:cxnSpLocks/>
              <a:stCxn id="79" idx="2"/>
            </p:cNvCxnSpPr>
            <p:nvPr/>
          </p:nvCxnSpPr>
          <p:spPr>
            <a:xfrm flipH="1">
              <a:off x="3803407" y="1950567"/>
              <a:ext cx="2559330" cy="35495"/>
            </a:xfrm>
            <a:prstGeom prst="line">
              <a:avLst/>
            </a:prstGeom>
            <a:ln cmpd="sng">
              <a:solidFill>
                <a:schemeClr val="bg2"/>
              </a:solidFill>
              <a:prstDash val="dash"/>
            </a:ln>
          </p:spPr>
          <p:style>
            <a:lnRef idx="2">
              <a:schemeClr val="accent1"/>
            </a:lnRef>
            <a:fillRef idx="0">
              <a:schemeClr val="accent1"/>
            </a:fillRef>
            <a:effectRef idx="1">
              <a:schemeClr val="accent1"/>
            </a:effectRef>
            <a:fontRef idx="minor">
              <a:schemeClr val="tx1"/>
            </a:fontRef>
          </p:style>
        </p:cxnSp>
      </p:grpSp>
      <p:sp>
        <p:nvSpPr>
          <p:cNvPr id="81" name="Freeform 131">
            <a:extLst>
              <a:ext uri="{FF2B5EF4-FFF2-40B4-BE49-F238E27FC236}">
                <a16:creationId xmlns:a16="http://schemas.microsoft.com/office/drawing/2014/main" id="{773A0DD5-FA1B-51BB-BE99-FDDF5E4DB78F}"/>
              </a:ext>
            </a:extLst>
          </p:cNvPr>
          <p:cNvSpPr>
            <a:spLocks noChangeArrowheads="1"/>
          </p:cNvSpPr>
          <p:nvPr/>
        </p:nvSpPr>
        <p:spPr bwMode="auto">
          <a:xfrm>
            <a:off x="2916234" y="5310303"/>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82" name="Freeform 131">
            <a:extLst>
              <a:ext uri="{FF2B5EF4-FFF2-40B4-BE49-F238E27FC236}">
                <a16:creationId xmlns:a16="http://schemas.microsoft.com/office/drawing/2014/main" id="{5C1CFD0C-D02F-FE43-CD57-31366EA7B826}"/>
              </a:ext>
            </a:extLst>
          </p:cNvPr>
          <p:cNvSpPr>
            <a:spLocks noChangeArrowheads="1"/>
          </p:cNvSpPr>
          <p:nvPr/>
        </p:nvSpPr>
        <p:spPr bwMode="auto">
          <a:xfrm>
            <a:off x="2916234" y="2896760"/>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83" name="Freeform 131">
            <a:extLst>
              <a:ext uri="{FF2B5EF4-FFF2-40B4-BE49-F238E27FC236}">
                <a16:creationId xmlns:a16="http://schemas.microsoft.com/office/drawing/2014/main" id="{41EEF732-A849-828B-C43C-FCCB9325F0C6}"/>
              </a:ext>
            </a:extLst>
          </p:cNvPr>
          <p:cNvSpPr>
            <a:spLocks noChangeArrowheads="1"/>
          </p:cNvSpPr>
          <p:nvPr/>
        </p:nvSpPr>
        <p:spPr bwMode="auto">
          <a:xfrm>
            <a:off x="2916234" y="4103531"/>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84" name="Freeform 131">
            <a:extLst>
              <a:ext uri="{FF2B5EF4-FFF2-40B4-BE49-F238E27FC236}">
                <a16:creationId xmlns:a16="http://schemas.microsoft.com/office/drawing/2014/main" id="{EC6B7C7B-735C-2C79-E53A-93AF67E993F2}"/>
              </a:ext>
            </a:extLst>
          </p:cNvPr>
          <p:cNvSpPr>
            <a:spLocks noChangeArrowheads="1"/>
          </p:cNvSpPr>
          <p:nvPr/>
        </p:nvSpPr>
        <p:spPr bwMode="auto">
          <a:xfrm>
            <a:off x="2916234" y="1689989"/>
            <a:ext cx="377825" cy="420687"/>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 name="文本框 2">
            <a:extLst>
              <a:ext uri="{FF2B5EF4-FFF2-40B4-BE49-F238E27FC236}">
                <a16:creationId xmlns:a16="http://schemas.microsoft.com/office/drawing/2014/main" id="{91176845-7C47-3EA2-F65A-83F84A504A31}"/>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1878395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横轴"/>
          <p:cNvSpPr/>
          <p:nvPr/>
        </p:nvSpPr>
        <p:spPr>
          <a:xfrm>
            <a:off x="3454146" y="3776853"/>
            <a:ext cx="7429500" cy="28575"/>
          </a:xfrm>
          <a:prstGeom prst="rect">
            <a:avLst/>
          </a:prstGeom>
          <a:solidFill>
            <a:srgbClr val="808080"/>
          </a:solidFill>
          <a:ln>
            <a:noFill/>
          </a:ln>
        </p:spPr>
        <p:txBody>
          <a:bodyPr wrap="square" rtlCol="0" anchor="ctr">
            <a:spAutoFit/>
          </a:bodyPr>
          <a:lstStyle/>
          <a:p>
            <a:endParaRPr lang="zh-CN"/>
          </a:p>
        </p:txBody>
      </p:sp>
      <p:sp>
        <p:nvSpPr>
          <p:cNvPr id="11" name="纵轴"/>
          <p:cNvSpPr/>
          <p:nvPr/>
        </p:nvSpPr>
        <p:spPr>
          <a:xfrm>
            <a:off x="7168896" y="1776603"/>
            <a:ext cx="28575" cy="4095750"/>
          </a:xfrm>
          <a:prstGeom prst="rect">
            <a:avLst/>
          </a:prstGeom>
          <a:solidFill>
            <a:srgbClr val="808080"/>
          </a:solidFill>
          <a:ln>
            <a:noFill/>
          </a:ln>
        </p:spPr>
        <p:txBody>
          <a:bodyPr wrap="square" rtlCol="0" anchor="ctr">
            <a:spAutoFit/>
          </a:bodyPr>
          <a:lstStyle/>
          <a:p>
            <a:endParaRPr lang="zh-CN"/>
          </a:p>
        </p:txBody>
      </p:sp>
      <p:cxnSp>
        <p:nvCxnSpPr>
          <p:cNvPr id="12" name="横轴箭头"/>
          <p:cNvCxnSpPr/>
          <p:nvPr/>
        </p:nvCxnSpPr>
        <p:spPr>
          <a:xfrm>
            <a:off x="3473196" y="3786378"/>
            <a:ext cx="7505700" cy="9525"/>
          </a:xfrm>
          <a:prstGeom prst="straightConnector1">
            <a:avLst/>
          </a:prstGeom>
          <a:ln w="17780">
            <a:solidFill>
              <a:srgbClr val="808080"/>
            </a:solidFill>
            <a:tailEnd type="triangle"/>
          </a:ln>
        </p:spPr>
      </p:cxnSp>
      <p:cxnSp>
        <p:nvCxnSpPr>
          <p:cNvPr id="13" name="纵轴箭头"/>
          <p:cNvCxnSpPr/>
          <p:nvPr/>
        </p:nvCxnSpPr>
        <p:spPr>
          <a:xfrm flipV="1">
            <a:off x="7178421" y="1690878"/>
            <a:ext cx="9525" cy="4181475"/>
          </a:xfrm>
          <a:prstGeom prst="straightConnector1">
            <a:avLst/>
          </a:prstGeom>
          <a:ln w="17780">
            <a:solidFill>
              <a:srgbClr val="808080"/>
            </a:solidFill>
            <a:tailEnd type="triangle"/>
          </a:ln>
        </p:spPr>
      </p:cxnSp>
      <p:sp>
        <p:nvSpPr>
          <p:cNvPr id="14" name="象限 1"/>
          <p:cNvSpPr/>
          <p:nvPr/>
        </p:nvSpPr>
        <p:spPr>
          <a:xfrm>
            <a:off x="3644646" y="19671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15" name="象限标题 1"/>
          <p:cNvSpPr txBox="1"/>
          <p:nvPr/>
        </p:nvSpPr>
        <p:spPr>
          <a:xfrm>
            <a:off x="3854196" y="2087237"/>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右上</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16" name="象限说明 1"/>
          <p:cNvSpPr txBox="1"/>
          <p:nvPr/>
        </p:nvSpPr>
        <p:spPr>
          <a:xfrm>
            <a:off x="3873246" y="264078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替换为右上区域的描述内容</a:t>
            </a:r>
          </a:p>
        </p:txBody>
      </p:sp>
      <p:sp>
        <p:nvSpPr>
          <p:cNvPr id="17" name="象限 2"/>
          <p:cNvSpPr/>
          <p:nvPr/>
        </p:nvSpPr>
        <p:spPr>
          <a:xfrm>
            <a:off x="7454646" y="19671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19" name="象限说明 2"/>
          <p:cNvSpPr txBox="1"/>
          <p:nvPr/>
        </p:nvSpPr>
        <p:spPr>
          <a:xfrm>
            <a:off x="7683246" y="2640788"/>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替换为左上区域的描述内容</a:t>
            </a:r>
          </a:p>
        </p:txBody>
      </p:sp>
      <p:sp>
        <p:nvSpPr>
          <p:cNvPr id="20" name="象限 3"/>
          <p:cNvSpPr/>
          <p:nvPr/>
        </p:nvSpPr>
        <p:spPr>
          <a:xfrm>
            <a:off x="3644646" y="40626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23" name="象限 4"/>
          <p:cNvSpPr/>
          <p:nvPr/>
        </p:nvSpPr>
        <p:spPr>
          <a:xfrm>
            <a:off x="7454646" y="4062603"/>
            <a:ext cx="3143250" cy="1381125"/>
          </a:xfrm>
          <a:prstGeom prst="roundRect">
            <a:avLst/>
          </a:prstGeom>
          <a:solidFill>
            <a:schemeClr val="bg1">
              <a:lumMod val="95000"/>
            </a:schemeClr>
          </a:solidFill>
          <a:ln w="12700">
            <a:noFill/>
          </a:ln>
        </p:spPr>
        <p:txBody>
          <a:bodyPr wrap="square" rtlCol="0" anchor="ctr">
            <a:spAutoFit/>
          </a:bodyPr>
          <a:lstStyle/>
          <a:p>
            <a:endParaRPr lang="zh-CN"/>
          </a:p>
        </p:txBody>
      </p:sp>
      <p:sp>
        <p:nvSpPr>
          <p:cNvPr id="26" name="横轴标签"/>
          <p:cNvSpPr txBox="1"/>
          <p:nvPr/>
        </p:nvSpPr>
        <p:spPr>
          <a:xfrm>
            <a:off x="10931271" y="3828854"/>
            <a:ext cx="857250" cy="276999"/>
          </a:xfrm>
          <a:prstGeom prst="rect">
            <a:avLst/>
          </a:prstGeom>
          <a:noFill/>
          <a:ln>
            <a:noFill/>
          </a:ln>
        </p:spPr>
        <p:txBody>
          <a:bodyPr wrap="square" rtlCol="0" anchor="ctr">
            <a:spAutoFit/>
          </a:bodyPr>
          <a:lstStyle/>
          <a:p>
            <a:r>
              <a:rPr lang="en-US" altLang="zh-CN" sz="1200" b="1" dirty="0">
                <a:solidFill>
                  <a:srgbClr val="555555"/>
                </a:solidFill>
                <a:latin typeface="Alibaba PuHuiTi"/>
                <a:ea typeface="Alibaba PuHuiTi"/>
                <a:cs typeface="Alibaba PuHuiTi"/>
              </a:rPr>
              <a:t>X</a:t>
            </a:r>
            <a:r>
              <a:rPr lang="zh-CN" altLang="en-US" sz="1200" b="1" dirty="0">
                <a:solidFill>
                  <a:srgbClr val="555555"/>
                </a:solidFill>
                <a:latin typeface="Alibaba PuHuiTi"/>
                <a:ea typeface="Alibaba PuHuiTi"/>
                <a:cs typeface="Alibaba PuHuiTi"/>
              </a:rPr>
              <a:t>轴说明</a:t>
            </a:r>
          </a:p>
        </p:txBody>
      </p:sp>
      <p:sp>
        <p:nvSpPr>
          <p:cNvPr id="27" name="纵轴标签"/>
          <p:cNvSpPr txBox="1"/>
          <p:nvPr/>
        </p:nvSpPr>
        <p:spPr>
          <a:xfrm>
            <a:off x="7311771" y="1504754"/>
            <a:ext cx="857250" cy="276999"/>
          </a:xfrm>
          <a:prstGeom prst="rect">
            <a:avLst/>
          </a:prstGeom>
          <a:noFill/>
          <a:ln>
            <a:noFill/>
          </a:ln>
        </p:spPr>
        <p:txBody>
          <a:bodyPr wrap="square" rtlCol="0" anchor="ctr">
            <a:spAutoFit/>
          </a:bodyPr>
          <a:lstStyle/>
          <a:p>
            <a:r>
              <a:rPr lang="en-US" altLang="zh-CN" sz="1200" b="1" dirty="0">
                <a:solidFill>
                  <a:srgbClr val="555555"/>
                </a:solidFill>
                <a:latin typeface="Alibaba PuHuiTi"/>
                <a:ea typeface="Alibaba PuHuiTi"/>
                <a:cs typeface="Alibaba PuHuiTi"/>
              </a:rPr>
              <a:t>Y</a:t>
            </a:r>
            <a:r>
              <a:rPr lang="zh-CN" altLang="en-US" sz="1200" b="1" dirty="0">
                <a:solidFill>
                  <a:srgbClr val="555555"/>
                </a:solidFill>
                <a:latin typeface="Alibaba PuHuiTi"/>
                <a:ea typeface="Alibaba PuHuiTi"/>
                <a:cs typeface="Alibaba PuHuiTi"/>
              </a:rPr>
              <a:t>轴说明</a:t>
            </a:r>
          </a:p>
        </p:txBody>
      </p:sp>
      <p:sp>
        <p:nvSpPr>
          <p:cNvPr id="2" name="任意形状 1">
            <a:extLst>
              <a:ext uri="{FF2B5EF4-FFF2-40B4-BE49-F238E27FC236}">
                <a16:creationId xmlns:a16="http://schemas.microsoft.com/office/drawing/2014/main" id="{7A627564-AF45-9A6D-6F68-9A4CCA7BE7C8}"/>
              </a:ext>
            </a:extLst>
          </p:cNvPr>
          <p:cNvSpPr/>
          <p:nvPr/>
        </p:nvSpPr>
        <p:spPr>
          <a:xfrm>
            <a:off x="1095584" y="4734394"/>
            <a:ext cx="1021603" cy="167934"/>
          </a:xfrm>
          <a:custGeom>
            <a:avLst/>
            <a:gdLst>
              <a:gd name="connsiteX0" fmla="*/ 0 w 768334"/>
              <a:gd name="connsiteY0" fmla="*/ 0 h 126301"/>
              <a:gd name="connsiteX1" fmla="*/ 12144 w 768334"/>
              <a:gd name="connsiteY1" fmla="*/ 126301 h 126301"/>
              <a:gd name="connsiteX2" fmla="*/ 756190 w 768334"/>
              <a:gd name="connsiteY2" fmla="*/ 126301 h 126301"/>
              <a:gd name="connsiteX3" fmla="*/ 768334 w 768334"/>
              <a:gd name="connsiteY3" fmla="*/ 0 h 126301"/>
            </a:gdLst>
            <a:ahLst/>
            <a:cxnLst>
              <a:cxn ang="0">
                <a:pos x="connsiteX0" y="connsiteY0"/>
              </a:cxn>
              <a:cxn ang="0">
                <a:pos x="connsiteX1" y="connsiteY1"/>
              </a:cxn>
              <a:cxn ang="0">
                <a:pos x="connsiteX2" y="connsiteY2"/>
              </a:cxn>
              <a:cxn ang="0">
                <a:pos x="connsiteX3" y="connsiteY3"/>
              </a:cxn>
            </a:cxnLst>
            <a:rect l="l" t="t" r="r" b="b"/>
            <a:pathLst>
              <a:path w="768334" h="126301">
                <a:moveTo>
                  <a:pt x="0" y="0"/>
                </a:moveTo>
                <a:lnTo>
                  <a:pt x="12144" y="126301"/>
                </a:lnTo>
                <a:lnTo>
                  <a:pt x="756190" y="126301"/>
                </a:lnTo>
                <a:lnTo>
                  <a:pt x="768334" y="0"/>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 name="任意形状 2">
            <a:extLst>
              <a:ext uri="{FF2B5EF4-FFF2-40B4-BE49-F238E27FC236}">
                <a16:creationId xmlns:a16="http://schemas.microsoft.com/office/drawing/2014/main" id="{0A6C3F66-FF7C-FB0B-251B-C2E0F1041C04}"/>
              </a:ext>
            </a:extLst>
          </p:cNvPr>
          <p:cNvSpPr/>
          <p:nvPr/>
        </p:nvSpPr>
        <p:spPr>
          <a:xfrm>
            <a:off x="1075131" y="4528782"/>
            <a:ext cx="1062509" cy="149633"/>
          </a:xfrm>
          <a:custGeom>
            <a:avLst/>
            <a:gdLst>
              <a:gd name="connsiteX0" fmla="*/ 799100 w 799099"/>
              <a:gd name="connsiteY0" fmla="*/ 0 h 112537"/>
              <a:gd name="connsiteX1" fmla="*/ 0 w 799099"/>
              <a:gd name="connsiteY1" fmla="*/ 0 h 112537"/>
              <a:gd name="connsiteX2" fmla="*/ 11335 w 799099"/>
              <a:gd name="connsiteY2" fmla="*/ 112538 h 112537"/>
              <a:gd name="connsiteX3" fmla="*/ 788575 w 799099"/>
              <a:gd name="connsiteY3" fmla="*/ 112538 h 112537"/>
            </a:gdLst>
            <a:ahLst/>
            <a:cxnLst>
              <a:cxn ang="0">
                <a:pos x="connsiteX0" y="connsiteY0"/>
              </a:cxn>
              <a:cxn ang="0">
                <a:pos x="connsiteX1" y="connsiteY1"/>
              </a:cxn>
              <a:cxn ang="0">
                <a:pos x="connsiteX2" y="connsiteY2"/>
              </a:cxn>
              <a:cxn ang="0">
                <a:pos x="connsiteX3" y="connsiteY3"/>
              </a:cxn>
            </a:cxnLst>
            <a:rect l="l" t="t" r="r" b="b"/>
            <a:pathLst>
              <a:path w="799099" h="112537">
                <a:moveTo>
                  <a:pt x="799100" y="0"/>
                </a:moveTo>
                <a:lnTo>
                  <a:pt x="0" y="0"/>
                </a:lnTo>
                <a:lnTo>
                  <a:pt x="11335" y="112538"/>
                </a:lnTo>
                <a:lnTo>
                  <a:pt x="788575" y="112538"/>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332A4EF6-0A58-51AE-0158-819620C74C0D}"/>
              </a:ext>
            </a:extLst>
          </p:cNvPr>
          <p:cNvSpPr/>
          <p:nvPr/>
        </p:nvSpPr>
        <p:spPr>
          <a:xfrm>
            <a:off x="540107" y="2298262"/>
            <a:ext cx="2133632" cy="2172387"/>
          </a:xfrm>
          <a:custGeom>
            <a:avLst/>
            <a:gdLst>
              <a:gd name="connsiteX0" fmla="*/ 802338 w 1604676"/>
              <a:gd name="connsiteY0" fmla="*/ 0 h 1633823"/>
              <a:gd name="connsiteX1" fmla="*/ 0 w 1604676"/>
              <a:gd name="connsiteY1" fmla="*/ 802338 h 1633823"/>
              <a:gd name="connsiteX2" fmla="*/ 383762 w 1604676"/>
              <a:gd name="connsiteY2" fmla="*/ 1486472 h 1633823"/>
              <a:gd name="connsiteX3" fmla="*/ 388620 w 1604676"/>
              <a:gd name="connsiteY3" fmla="*/ 1534239 h 1633823"/>
              <a:gd name="connsiteX4" fmla="*/ 398336 w 1604676"/>
              <a:gd name="connsiteY4" fmla="*/ 1633823 h 1633823"/>
              <a:gd name="connsiteX5" fmla="*/ 1206341 w 1604676"/>
              <a:gd name="connsiteY5" fmla="*/ 1633823 h 1633823"/>
              <a:gd name="connsiteX6" fmla="*/ 1220915 w 1604676"/>
              <a:gd name="connsiteY6" fmla="*/ 1486472 h 1633823"/>
              <a:gd name="connsiteX7" fmla="*/ 1604677 w 1604676"/>
              <a:gd name="connsiteY7" fmla="*/ 802338 h 1633823"/>
              <a:gd name="connsiteX8" fmla="*/ 802338 w 1604676"/>
              <a:gd name="connsiteY8" fmla="*/ 0 h 1633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4676" h="1633823">
                <a:moveTo>
                  <a:pt x="802338" y="0"/>
                </a:moveTo>
                <a:cubicBezTo>
                  <a:pt x="359474" y="0"/>
                  <a:pt x="0" y="359474"/>
                  <a:pt x="0" y="802338"/>
                </a:cubicBezTo>
                <a:cubicBezTo>
                  <a:pt x="0" y="1092184"/>
                  <a:pt x="153829" y="1345597"/>
                  <a:pt x="383762" y="1486472"/>
                </a:cubicBezTo>
                <a:lnTo>
                  <a:pt x="388620" y="1534239"/>
                </a:lnTo>
                <a:lnTo>
                  <a:pt x="398336" y="1633823"/>
                </a:lnTo>
                <a:lnTo>
                  <a:pt x="1206341" y="1633823"/>
                </a:lnTo>
                <a:lnTo>
                  <a:pt x="1220915" y="1486472"/>
                </a:lnTo>
                <a:cubicBezTo>
                  <a:pt x="1450848" y="1345597"/>
                  <a:pt x="1604677" y="1091375"/>
                  <a:pt x="1604677" y="802338"/>
                </a:cubicBezTo>
                <a:cubicBezTo>
                  <a:pt x="1604677" y="359474"/>
                  <a:pt x="1245203" y="0"/>
                  <a:pt x="802338" y="0"/>
                </a:cubicBezTo>
                <a:close/>
              </a:path>
            </a:pathLst>
          </a:custGeom>
          <a:solidFill>
            <a:schemeClr val="accent4">
              <a:alpha val="50000"/>
            </a:schemeClr>
          </a:solidFill>
          <a:ln w="8096" cap="flat">
            <a:noFill/>
            <a:prstDash val="solid"/>
            <a:miter/>
          </a:ln>
          <a:effectLst/>
        </p:spPr>
        <p:txBody>
          <a:bodyPr lIns="360000" tIns="144000" rIns="360000" bIns="144000" rtlCol="0" anchor="ctr">
            <a:normAutofit/>
          </a:bodyPr>
          <a:lstStyle/>
          <a:p>
            <a:pPr algn="ctr"/>
            <a:r>
              <a:rPr lang="zh-CN" altLang="en-US" sz="2000" b="1" dirty="0">
                <a:solidFill>
                  <a:schemeClr val="accent1"/>
                </a:solidFill>
                <a:latin typeface="Alibaba PuHuiTi" pitchFamily="18" charset="-122"/>
                <a:ea typeface="Alibaba PuHuiTi" pitchFamily="18" charset="-122"/>
                <a:cs typeface="Alibaba PuHuiTi" pitchFamily="18" charset="-122"/>
              </a:rPr>
              <a:t>总结性内容</a:t>
            </a:r>
            <a:endParaRPr lang="zh-CN" altLang="en-US" sz="2000" dirty="0">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2579D0A3-A489-FAB3-8A65-72DC0ED6A19D}"/>
              </a:ext>
            </a:extLst>
          </p:cNvPr>
          <p:cNvSpPr/>
          <p:nvPr/>
        </p:nvSpPr>
        <p:spPr>
          <a:xfrm>
            <a:off x="1332415" y="4979836"/>
            <a:ext cx="547941" cy="128104"/>
          </a:xfrm>
          <a:custGeom>
            <a:avLst/>
            <a:gdLst>
              <a:gd name="connsiteX0" fmla="*/ 0 w 412099"/>
              <a:gd name="connsiteY0" fmla="*/ 0 h 96345"/>
              <a:gd name="connsiteX1" fmla="*/ 412099 w 412099"/>
              <a:gd name="connsiteY1" fmla="*/ 0 h 96345"/>
              <a:gd name="connsiteX2" fmla="*/ 412099 w 412099"/>
              <a:gd name="connsiteY2" fmla="*/ 96345 h 96345"/>
              <a:gd name="connsiteX3" fmla="*/ 0 w 412099"/>
              <a:gd name="connsiteY3" fmla="*/ 96345 h 96345"/>
            </a:gdLst>
            <a:ahLst/>
            <a:cxnLst>
              <a:cxn ang="0">
                <a:pos x="connsiteX0" y="connsiteY0"/>
              </a:cxn>
              <a:cxn ang="0">
                <a:pos x="connsiteX1" y="connsiteY1"/>
              </a:cxn>
              <a:cxn ang="0">
                <a:pos x="connsiteX2" y="connsiteY2"/>
              </a:cxn>
              <a:cxn ang="0">
                <a:pos x="connsiteX3" y="connsiteY3"/>
              </a:cxn>
            </a:cxnLst>
            <a:rect l="l" t="t" r="r" b="b"/>
            <a:pathLst>
              <a:path w="412099" h="96345">
                <a:moveTo>
                  <a:pt x="0" y="0"/>
                </a:moveTo>
                <a:lnTo>
                  <a:pt x="412099" y="0"/>
                </a:lnTo>
                <a:lnTo>
                  <a:pt x="412099" y="96345"/>
                </a:lnTo>
                <a:lnTo>
                  <a:pt x="0" y="96345"/>
                </a:lnTo>
                <a:close/>
              </a:path>
            </a:pathLst>
          </a:custGeom>
          <a:solidFill>
            <a:schemeClr val="accent1"/>
          </a:solidFill>
          <a:ln w="809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 name="文本框 3">
            <a:extLst>
              <a:ext uri="{FF2B5EF4-FFF2-40B4-BE49-F238E27FC236}">
                <a16:creationId xmlns:a16="http://schemas.microsoft.com/office/drawing/2014/main" id="{555B5841-B16B-E35F-C28E-720E0238F906}"/>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5" name="象限标题 1">
            <a:extLst>
              <a:ext uri="{FF2B5EF4-FFF2-40B4-BE49-F238E27FC236}">
                <a16:creationId xmlns:a16="http://schemas.microsoft.com/office/drawing/2014/main" id="{13D83A80-D1B0-853D-0886-C9C976FF06EA}"/>
              </a:ext>
            </a:extLst>
          </p:cNvPr>
          <p:cNvSpPr txBox="1"/>
          <p:nvPr/>
        </p:nvSpPr>
        <p:spPr>
          <a:xfrm>
            <a:off x="7683246" y="2087237"/>
            <a:ext cx="2476500" cy="369332"/>
          </a:xfrm>
          <a:prstGeom prst="rect">
            <a:avLst/>
          </a:prstGeom>
          <a:noFill/>
          <a:ln>
            <a:noFill/>
          </a:ln>
        </p:spPr>
        <p:txBody>
          <a:bodyPr wrap="square" rtlCol="0" anchor="ctr">
            <a:spAutoFit/>
          </a:bodyPr>
          <a:lstStyle/>
          <a:p>
            <a:r>
              <a:rPr lang="zh-CN" altLang="en-US" b="1" dirty="0">
                <a:solidFill>
                  <a:schemeClr val="accent1"/>
                </a:solidFill>
                <a:latin typeface="Alibaba PuHuiTi"/>
                <a:ea typeface="Alibaba PuHuiTi"/>
                <a:cs typeface="Alibaba PuHuiTi"/>
              </a:rPr>
              <a:t>左上象限标题</a:t>
            </a:r>
            <a:endParaRPr lang="zh-CN" altLang="en-US" sz="1800" b="1" dirty="0">
              <a:solidFill>
                <a:schemeClr val="accent1"/>
              </a:solidFill>
              <a:latin typeface="Alibaba PuHuiTi"/>
              <a:ea typeface="Alibaba PuHuiTi"/>
              <a:cs typeface="Alibaba PuHuiTi"/>
            </a:endParaRPr>
          </a:p>
        </p:txBody>
      </p:sp>
      <p:sp>
        <p:nvSpPr>
          <p:cNvPr id="9" name="象限标题 1">
            <a:extLst>
              <a:ext uri="{FF2B5EF4-FFF2-40B4-BE49-F238E27FC236}">
                <a16:creationId xmlns:a16="http://schemas.microsoft.com/office/drawing/2014/main" id="{5C0E22BC-3168-33E0-B8D9-1EE6F0D67F1C}"/>
              </a:ext>
            </a:extLst>
          </p:cNvPr>
          <p:cNvSpPr txBox="1"/>
          <p:nvPr/>
        </p:nvSpPr>
        <p:spPr>
          <a:xfrm>
            <a:off x="3873246" y="4182345"/>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右下</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28" name="象限标题 1">
            <a:extLst>
              <a:ext uri="{FF2B5EF4-FFF2-40B4-BE49-F238E27FC236}">
                <a16:creationId xmlns:a16="http://schemas.microsoft.com/office/drawing/2014/main" id="{7BAD5E50-C7E3-D2D5-B2CB-E5923AC9C73E}"/>
              </a:ext>
            </a:extLst>
          </p:cNvPr>
          <p:cNvSpPr txBox="1"/>
          <p:nvPr/>
        </p:nvSpPr>
        <p:spPr>
          <a:xfrm>
            <a:off x="7683246" y="4197024"/>
            <a:ext cx="2476500" cy="369332"/>
          </a:xfrm>
          <a:prstGeom prst="rect">
            <a:avLst/>
          </a:prstGeom>
          <a:noFill/>
          <a:ln>
            <a:noFill/>
          </a:ln>
        </p:spPr>
        <p:txBody>
          <a:bodyPr wrap="square" rtlCol="0" anchor="ctr">
            <a:spAutoFit/>
          </a:bodyPr>
          <a:lstStyle/>
          <a:p>
            <a:r>
              <a:rPr lang="zh-CN" altLang="en-US" sz="1800" b="1" dirty="0">
                <a:solidFill>
                  <a:schemeClr val="accent1"/>
                </a:solidFill>
                <a:latin typeface="Alibaba PuHuiTi"/>
                <a:ea typeface="Alibaba PuHuiTi"/>
                <a:cs typeface="Alibaba PuHuiTi"/>
              </a:rPr>
              <a:t>左下</a:t>
            </a:r>
            <a:r>
              <a:rPr lang="zh-CN" altLang="en-US" b="1" dirty="0">
                <a:solidFill>
                  <a:schemeClr val="accent1"/>
                </a:solidFill>
                <a:latin typeface="Alibaba PuHuiTi"/>
                <a:ea typeface="Alibaba PuHuiTi"/>
                <a:cs typeface="Alibaba PuHuiTi"/>
              </a:rPr>
              <a:t>象限标题</a:t>
            </a:r>
            <a:endParaRPr lang="zh-CN" altLang="en-US" sz="1800" b="1" dirty="0">
              <a:solidFill>
                <a:schemeClr val="accent1"/>
              </a:solidFill>
              <a:latin typeface="Alibaba PuHuiTi"/>
              <a:ea typeface="Alibaba PuHuiTi"/>
              <a:cs typeface="Alibaba PuHuiTi"/>
            </a:endParaRPr>
          </a:p>
        </p:txBody>
      </p:sp>
      <p:sp>
        <p:nvSpPr>
          <p:cNvPr id="29" name="象限说明 1">
            <a:extLst>
              <a:ext uri="{FF2B5EF4-FFF2-40B4-BE49-F238E27FC236}">
                <a16:creationId xmlns:a16="http://schemas.microsoft.com/office/drawing/2014/main" id="{A4F20525-EEA8-E5A5-6838-616D484D6F17}"/>
              </a:ext>
            </a:extLst>
          </p:cNvPr>
          <p:cNvSpPr txBox="1"/>
          <p:nvPr/>
        </p:nvSpPr>
        <p:spPr>
          <a:xfrm>
            <a:off x="3873246" y="467804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替换为右下区域的描述内容</a:t>
            </a:r>
          </a:p>
        </p:txBody>
      </p:sp>
      <p:sp>
        <p:nvSpPr>
          <p:cNvPr id="30" name="象限说明 1">
            <a:extLst>
              <a:ext uri="{FF2B5EF4-FFF2-40B4-BE49-F238E27FC236}">
                <a16:creationId xmlns:a16="http://schemas.microsoft.com/office/drawing/2014/main" id="{17F569DD-0DFC-D986-61D1-26B94235ADD9}"/>
              </a:ext>
            </a:extLst>
          </p:cNvPr>
          <p:cNvSpPr txBox="1"/>
          <p:nvPr/>
        </p:nvSpPr>
        <p:spPr>
          <a:xfrm>
            <a:off x="7683246" y="4678047"/>
            <a:ext cx="2476500" cy="261610"/>
          </a:xfrm>
          <a:prstGeom prst="rect">
            <a:avLst/>
          </a:prstGeom>
          <a:noFill/>
          <a:ln>
            <a:noFill/>
          </a:ln>
        </p:spPr>
        <p:txBody>
          <a:bodyPr wrap="square" rtlCol="0" anchor="ctr">
            <a:spAutoFit/>
          </a:bodyPr>
          <a:lstStyle/>
          <a:p>
            <a:r>
              <a:rPr lang="zh-CN" altLang="en-US" sz="1100" dirty="0">
                <a:solidFill>
                  <a:srgbClr val="444444"/>
                </a:solidFill>
                <a:latin typeface="Alibaba PuHuiTi"/>
                <a:ea typeface="Alibaba PuHuiTi"/>
                <a:cs typeface="Alibaba PuHuiTi"/>
              </a:rPr>
              <a:t>替换为左下区域的描述内容</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0876B852-B342-3067-569A-1C953E8F0C3E}"/>
              </a:ext>
            </a:extLst>
          </p:cNvPr>
          <p:cNvGrpSpPr/>
          <p:nvPr/>
        </p:nvGrpSpPr>
        <p:grpSpPr>
          <a:xfrm>
            <a:off x="535471" y="1425427"/>
            <a:ext cx="5306528" cy="4586909"/>
            <a:chOff x="238125" y="1457325"/>
            <a:chExt cx="5306528" cy="4586909"/>
          </a:xfrm>
        </p:grpSpPr>
        <p:sp>
          <p:nvSpPr>
            <p:cNvPr id="2" name="梯形 1">
              <a:extLst>
                <a:ext uri="{FF2B5EF4-FFF2-40B4-BE49-F238E27FC236}">
                  <a16:creationId xmlns:a16="http://schemas.microsoft.com/office/drawing/2014/main" id="{DDE972D1-30D9-DA38-FFFE-A0752D341D03}"/>
                </a:ext>
              </a:extLst>
            </p:cNvPr>
            <p:cNvSpPr/>
            <p:nvPr/>
          </p:nvSpPr>
          <p:spPr>
            <a:xfrm>
              <a:off x="459849" y="5048539"/>
              <a:ext cx="4813823" cy="402753"/>
            </a:xfrm>
            <a:prstGeom prst="trapezoid">
              <a:avLst>
                <a:gd name="adj" fmla="val 8218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梯形 2">
              <a:extLst>
                <a:ext uri="{FF2B5EF4-FFF2-40B4-BE49-F238E27FC236}">
                  <a16:creationId xmlns:a16="http://schemas.microsoft.com/office/drawing/2014/main" id="{98AD2647-6D12-AFE8-97C6-E33ABF37A836}"/>
                </a:ext>
              </a:extLst>
            </p:cNvPr>
            <p:cNvSpPr/>
            <p:nvPr/>
          </p:nvSpPr>
          <p:spPr>
            <a:xfrm>
              <a:off x="956070" y="4125562"/>
              <a:ext cx="3878346" cy="352409"/>
            </a:xfrm>
            <a:prstGeom prst="trapezoid">
              <a:avLst>
                <a:gd name="adj" fmla="val 8161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梯形 5">
              <a:extLst>
                <a:ext uri="{FF2B5EF4-FFF2-40B4-BE49-F238E27FC236}">
                  <a16:creationId xmlns:a16="http://schemas.microsoft.com/office/drawing/2014/main" id="{9A82819B-9BA8-779C-B2DE-48F54B0A1AC8}"/>
                </a:ext>
              </a:extLst>
            </p:cNvPr>
            <p:cNvSpPr/>
            <p:nvPr/>
          </p:nvSpPr>
          <p:spPr>
            <a:xfrm>
              <a:off x="1507957" y="3132667"/>
              <a:ext cx="2783305" cy="411142"/>
            </a:xfrm>
            <a:prstGeom prst="trapezoid">
              <a:avLst>
                <a:gd name="adj" fmla="val 57551"/>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梯形 6">
              <a:extLst>
                <a:ext uri="{FF2B5EF4-FFF2-40B4-BE49-F238E27FC236}">
                  <a16:creationId xmlns:a16="http://schemas.microsoft.com/office/drawing/2014/main" id="{8DC1D7C8-B4C3-B73F-8398-B7D44F893B0D}"/>
                </a:ext>
              </a:extLst>
            </p:cNvPr>
            <p:cNvSpPr/>
            <p:nvPr/>
          </p:nvSpPr>
          <p:spPr>
            <a:xfrm>
              <a:off x="1884947" y="2181599"/>
              <a:ext cx="2045369" cy="392283"/>
            </a:xfrm>
            <a:prstGeom prst="trapezoid">
              <a:avLst>
                <a:gd name="adj" fmla="val 10677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基础能力"/>
            <p:cNvSpPr/>
            <p:nvPr/>
          </p:nvSpPr>
          <p:spPr>
            <a:xfrm>
              <a:off x="238125" y="5261103"/>
              <a:ext cx="5306528" cy="783131"/>
            </a:xfrm>
            <a:prstGeom prst="trapezoid">
              <a:avLst/>
            </a:prstGeom>
            <a:solidFill>
              <a:srgbClr val="DCE8F5"/>
            </a:solidFill>
            <a:ln w="25400">
              <a:solidFill>
                <a:srgbClr val="FFFFFF"/>
              </a:solidFill>
            </a:ln>
          </p:spPr>
          <p:txBody>
            <a:bodyPr wrap="square" rtlCol="0" anchor="ctr">
              <a:normAutofit/>
            </a:bodyPr>
            <a:lstStyle/>
            <a:p>
              <a:pPr algn="ctr"/>
              <a:r>
                <a:rPr lang="zh-CN" altLang="en-US" sz="1800" b="1" dirty="0">
                  <a:solidFill>
                    <a:srgbClr val="1F2A36"/>
                  </a:solidFill>
                  <a:latin typeface="Alibaba PuHuiTi"/>
                  <a:ea typeface="Alibaba PuHuiTi"/>
                  <a:cs typeface="Alibaba PuHuiTi"/>
                </a:rPr>
                <a:t>基础</a:t>
              </a:r>
            </a:p>
          </p:txBody>
        </p:sp>
        <p:sp>
          <p:nvSpPr>
            <p:cNvPr id="12" name="协作能力"/>
            <p:cNvSpPr/>
            <p:nvPr/>
          </p:nvSpPr>
          <p:spPr>
            <a:xfrm>
              <a:off x="726884" y="4310159"/>
              <a:ext cx="4329010" cy="783131"/>
            </a:xfrm>
            <a:prstGeom prst="trapezoid">
              <a:avLst/>
            </a:prstGeom>
            <a:solidFill>
              <a:srgbClr val="C9DCEF"/>
            </a:solidFill>
            <a:ln w="25400">
              <a:solidFill>
                <a:srgbClr val="FFFFFF"/>
              </a:solidFill>
            </a:ln>
          </p:spPr>
          <p:txBody>
            <a:bodyPr wrap="square" rtlCol="0" anchor="ctr">
              <a:normAutofit/>
            </a:bodyPr>
            <a:lstStyle/>
            <a:p>
              <a:pPr algn="ctr"/>
              <a:r>
                <a:rPr lang="zh-CN" altLang="en-US" b="1" dirty="0">
                  <a:solidFill>
                    <a:srgbClr val="1F2A36"/>
                  </a:solidFill>
                  <a:latin typeface="Alibaba PuHuiTi"/>
                  <a:ea typeface="Alibaba PuHuiTi"/>
                  <a:cs typeface="Alibaba PuHuiTi"/>
                </a:rPr>
                <a:t>提升</a:t>
              </a:r>
              <a:endParaRPr lang="zh-CN" altLang="en-US" sz="1800" b="1" dirty="0">
                <a:solidFill>
                  <a:srgbClr val="1F2A36"/>
                </a:solidFill>
                <a:latin typeface="Alibaba PuHuiTi"/>
                <a:ea typeface="Alibaba PuHuiTi"/>
                <a:cs typeface="Alibaba PuHuiTi"/>
              </a:endParaRPr>
            </a:p>
          </p:txBody>
        </p:sp>
        <p:sp>
          <p:nvSpPr>
            <p:cNvPr id="14" name="判断能力"/>
            <p:cNvSpPr/>
            <p:nvPr/>
          </p:nvSpPr>
          <p:spPr>
            <a:xfrm>
              <a:off x="1215643" y="3359214"/>
              <a:ext cx="3351491" cy="783131"/>
            </a:xfrm>
            <a:prstGeom prst="trapezoid">
              <a:avLst/>
            </a:prstGeom>
            <a:solidFill>
              <a:srgbClr val="AFC9E7"/>
            </a:solidFill>
            <a:ln w="25400">
              <a:solidFill>
                <a:srgbClr val="FFFFFF"/>
              </a:solidFill>
            </a:ln>
          </p:spPr>
          <p:txBody>
            <a:bodyPr wrap="square" rtlCol="0" anchor="ctr">
              <a:normAutofit/>
            </a:bodyPr>
            <a:lstStyle/>
            <a:p>
              <a:pPr algn="ctr"/>
              <a:r>
                <a:rPr lang="zh-CN" altLang="en-US" sz="1800" b="1" dirty="0">
                  <a:solidFill>
                    <a:srgbClr val="1F2A36"/>
                  </a:solidFill>
                  <a:latin typeface="Alibaba PuHuiTi"/>
                  <a:ea typeface="Alibaba PuHuiTi"/>
                  <a:cs typeface="Alibaba PuHuiTi"/>
                </a:rPr>
                <a:t>更好</a:t>
              </a:r>
            </a:p>
          </p:txBody>
        </p:sp>
        <p:sp>
          <p:nvSpPr>
            <p:cNvPr id="16" name="创造能力"/>
            <p:cNvSpPr/>
            <p:nvPr/>
          </p:nvSpPr>
          <p:spPr>
            <a:xfrm>
              <a:off x="1704402" y="2408270"/>
              <a:ext cx="2373973" cy="783131"/>
            </a:xfrm>
            <a:prstGeom prst="trapezoid">
              <a:avLst/>
            </a:prstGeom>
            <a:solidFill>
              <a:srgbClr val="7FA7D5"/>
            </a:solidFill>
            <a:ln w="25400">
              <a:solidFill>
                <a:srgbClr val="FFFFFF"/>
              </a:solidFill>
            </a:ln>
          </p:spPr>
          <p:txBody>
            <a:bodyPr wrap="square" rtlCol="0" anchor="ctr">
              <a:normAutofit/>
            </a:bodyPr>
            <a:lstStyle/>
            <a:p>
              <a:pPr algn="ctr"/>
              <a:r>
                <a:rPr lang="zh-CN" altLang="en-US" b="1" dirty="0">
                  <a:solidFill>
                    <a:srgbClr val="1F2A36"/>
                  </a:solidFill>
                  <a:latin typeface="Alibaba PuHuiTi"/>
                  <a:ea typeface="Alibaba PuHuiTi"/>
                  <a:cs typeface="Alibaba PuHuiTi"/>
                </a:rPr>
                <a:t>坚持</a:t>
              </a:r>
              <a:endParaRPr lang="zh-CN" altLang="en-US" sz="1800" b="1" dirty="0">
                <a:solidFill>
                  <a:srgbClr val="1F2A36"/>
                </a:solidFill>
                <a:latin typeface="Alibaba PuHuiTi"/>
                <a:ea typeface="Alibaba PuHuiTi"/>
                <a:cs typeface="Alibaba PuHuiTi"/>
              </a:endParaRPr>
            </a:p>
          </p:txBody>
        </p:sp>
        <p:sp>
          <p:nvSpPr>
            <p:cNvPr id="18" name="核心结果"/>
            <p:cNvSpPr/>
            <p:nvPr/>
          </p:nvSpPr>
          <p:spPr>
            <a:xfrm>
              <a:off x="2193162" y="1457325"/>
              <a:ext cx="1396455" cy="783131"/>
            </a:xfrm>
            <a:prstGeom prst="trapezoid">
              <a:avLst/>
            </a:prstGeom>
            <a:solidFill>
              <a:srgbClr val="4472C4"/>
            </a:solidFill>
            <a:ln w="25400">
              <a:solidFill>
                <a:srgbClr val="FFFFFF"/>
              </a:solidFill>
            </a:ln>
          </p:spPr>
          <p:txBody>
            <a:bodyPr wrap="square" rtlCol="0" anchor="ctr">
              <a:normAutofit/>
            </a:bodyPr>
            <a:lstStyle/>
            <a:p>
              <a:pPr algn="ctr"/>
              <a:r>
                <a:rPr lang="zh-CN" altLang="en-US" sz="1800" b="1" dirty="0">
                  <a:solidFill>
                    <a:srgbClr val="FFFFFF"/>
                  </a:solidFill>
                  <a:latin typeface="Alibaba PuHuiTi"/>
                  <a:ea typeface="Alibaba PuHuiTi"/>
                  <a:cs typeface="Alibaba PuHuiTi"/>
                </a:rPr>
                <a:t>结果</a:t>
              </a:r>
            </a:p>
          </p:txBody>
        </p:sp>
      </p:grpSp>
      <p:sp>
        <p:nvSpPr>
          <p:cNvPr id="4" name="任意形状 3">
            <a:extLst>
              <a:ext uri="{FF2B5EF4-FFF2-40B4-BE49-F238E27FC236}">
                <a16:creationId xmlns:a16="http://schemas.microsoft.com/office/drawing/2014/main" id="{83D94F99-355F-2466-661B-6A14EF1AB9CC}"/>
              </a:ext>
            </a:extLst>
          </p:cNvPr>
          <p:cNvSpPr/>
          <p:nvPr/>
        </p:nvSpPr>
        <p:spPr>
          <a:xfrm>
            <a:off x="6350002" y="744745"/>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TextBox 161">
            <a:extLst>
              <a:ext uri="{FF2B5EF4-FFF2-40B4-BE49-F238E27FC236}">
                <a16:creationId xmlns:a16="http://schemas.microsoft.com/office/drawing/2014/main" id="{632CC302-73F0-2050-8003-77A3C9E17855}"/>
              </a:ext>
            </a:extLst>
          </p:cNvPr>
          <p:cNvSpPr txBox="1"/>
          <p:nvPr/>
        </p:nvSpPr>
        <p:spPr>
          <a:xfrm>
            <a:off x="6530173" y="847022"/>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这是结果层级的标题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20" name="TextBox 47">
            <a:extLst>
              <a:ext uri="{FF2B5EF4-FFF2-40B4-BE49-F238E27FC236}">
                <a16:creationId xmlns:a16="http://schemas.microsoft.com/office/drawing/2014/main" id="{348664DF-514B-915C-3436-1651ECA28296}"/>
              </a:ext>
            </a:extLst>
          </p:cNvPr>
          <p:cNvSpPr txBox="1"/>
          <p:nvPr/>
        </p:nvSpPr>
        <p:spPr>
          <a:xfrm>
            <a:off x="6530173" y="1216354"/>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结果</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25" name="任意形状 24">
            <a:extLst>
              <a:ext uri="{FF2B5EF4-FFF2-40B4-BE49-F238E27FC236}">
                <a16:creationId xmlns:a16="http://schemas.microsoft.com/office/drawing/2014/main" id="{C58563D9-F383-1B95-7BAA-519F89A7963D}"/>
              </a:ext>
            </a:extLst>
          </p:cNvPr>
          <p:cNvSpPr/>
          <p:nvPr/>
        </p:nvSpPr>
        <p:spPr>
          <a:xfrm>
            <a:off x="6350002" y="1887243"/>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6" name="TextBox 161">
            <a:extLst>
              <a:ext uri="{FF2B5EF4-FFF2-40B4-BE49-F238E27FC236}">
                <a16:creationId xmlns:a16="http://schemas.microsoft.com/office/drawing/2014/main" id="{EDBE729A-18E0-2530-57B8-63995289AC92}"/>
              </a:ext>
            </a:extLst>
          </p:cNvPr>
          <p:cNvSpPr txBox="1"/>
          <p:nvPr/>
        </p:nvSpPr>
        <p:spPr>
          <a:xfrm>
            <a:off x="6530173" y="198952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这是坚持层级的标题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27" name="TextBox 47">
            <a:extLst>
              <a:ext uri="{FF2B5EF4-FFF2-40B4-BE49-F238E27FC236}">
                <a16:creationId xmlns:a16="http://schemas.microsoft.com/office/drawing/2014/main" id="{9E5BA744-4575-6D05-79FB-C06CD7957977}"/>
              </a:ext>
            </a:extLst>
          </p:cNvPr>
          <p:cNvSpPr txBox="1"/>
          <p:nvPr/>
        </p:nvSpPr>
        <p:spPr>
          <a:xfrm>
            <a:off x="6530173" y="2358852"/>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坚持</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28" name="任意形状 27">
            <a:extLst>
              <a:ext uri="{FF2B5EF4-FFF2-40B4-BE49-F238E27FC236}">
                <a16:creationId xmlns:a16="http://schemas.microsoft.com/office/drawing/2014/main" id="{FC15ADA5-4497-F733-561E-36A7F1A29597}"/>
              </a:ext>
            </a:extLst>
          </p:cNvPr>
          <p:cNvSpPr/>
          <p:nvPr/>
        </p:nvSpPr>
        <p:spPr>
          <a:xfrm>
            <a:off x="6350002" y="3038200"/>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9" name="TextBox 161">
            <a:extLst>
              <a:ext uri="{FF2B5EF4-FFF2-40B4-BE49-F238E27FC236}">
                <a16:creationId xmlns:a16="http://schemas.microsoft.com/office/drawing/2014/main" id="{3B6ECDF1-5862-1C72-A1FD-AB5E33D8DC8D}"/>
              </a:ext>
            </a:extLst>
          </p:cNvPr>
          <p:cNvSpPr txBox="1"/>
          <p:nvPr/>
        </p:nvSpPr>
        <p:spPr>
          <a:xfrm>
            <a:off x="6530173" y="3140477"/>
            <a:ext cx="2293807" cy="369332"/>
          </a:xfrm>
          <a:prstGeom prst="rect">
            <a:avLst/>
          </a:prstGeom>
          <a:noFill/>
        </p:spPr>
        <p:txBody>
          <a:bodyPr wrap="square" rtlCol="0">
            <a:spAutoFit/>
          </a:bodyPr>
          <a:lstStyle/>
          <a:p>
            <a:r>
              <a:rPr lang="en-US" b="1" dirty="0" err="1">
                <a:solidFill>
                  <a:schemeClr val="accent1"/>
                </a:solidFill>
                <a:latin typeface="Alibaba PuHuiTi" pitchFamily="18" charset="-122"/>
                <a:ea typeface="Alibaba PuHuiTi" pitchFamily="18" charset="-122"/>
                <a:cs typeface="Alibaba PuHuiTi" pitchFamily="18" charset="-122"/>
              </a:rPr>
              <a:t>这是更好层级的标题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0" name="TextBox 47">
            <a:extLst>
              <a:ext uri="{FF2B5EF4-FFF2-40B4-BE49-F238E27FC236}">
                <a16:creationId xmlns:a16="http://schemas.microsoft.com/office/drawing/2014/main" id="{BCD96C2E-3EF7-ECE2-A9D5-B1E76E35C123}"/>
              </a:ext>
            </a:extLst>
          </p:cNvPr>
          <p:cNvSpPr txBox="1"/>
          <p:nvPr/>
        </p:nvSpPr>
        <p:spPr>
          <a:xfrm>
            <a:off x="6530173" y="3509809"/>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更好</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31" name="任意形状 30">
            <a:extLst>
              <a:ext uri="{FF2B5EF4-FFF2-40B4-BE49-F238E27FC236}">
                <a16:creationId xmlns:a16="http://schemas.microsoft.com/office/drawing/2014/main" id="{C9C5C79F-B116-6F7E-CBE5-0EF89C941521}"/>
              </a:ext>
            </a:extLst>
          </p:cNvPr>
          <p:cNvSpPr/>
          <p:nvPr/>
        </p:nvSpPr>
        <p:spPr>
          <a:xfrm>
            <a:off x="6350002" y="4189157"/>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3" name="TextBox 161">
            <a:extLst>
              <a:ext uri="{FF2B5EF4-FFF2-40B4-BE49-F238E27FC236}">
                <a16:creationId xmlns:a16="http://schemas.microsoft.com/office/drawing/2014/main" id="{CA8CCA88-A49C-F6B4-DA61-0B6C3BCB75CA}"/>
              </a:ext>
            </a:extLst>
          </p:cNvPr>
          <p:cNvSpPr txBox="1"/>
          <p:nvPr/>
        </p:nvSpPr>
        <p:spPr>
          <a:xfrm>
            <a:off x="6530173" y="4291434"/>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这是提升层级的标题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4" name="TextBox 47">
            <a:extLst>
              <a:ext uri="{FF2B5EF4-FFF2-40B4-BE49-F238E27FC236}">
                <a16:creationId xmlns:a16="http://schemas.microsoft.com/office/drawing/2014/main" id="{7EA2BCDA-D090-27B1-BB38-AB3BB390AB43}"/>
              </a:ext>
            </a:extLst>
          </p:cNvPr>
          <p:cNvSpPr txBox="1"/>
          <p:nvPr/>
        </p:nvSpPr>
        <p:spPr>
          <a:xfrm>
            <a:off x="6530173" y="4660766"/>
            <a:ext cx="2778685" cy="301557"/>
          </a:xfrm>
          <a:prstGeom prst="rect">
            <a:avLst/>
          </a:prstGeom>
          <a:noFill/>
        </p:spPr>
        <p:txBody>
          <a:bodyPr wrap="square" rtlCol="0" anchor="t">
            <a:spAutoFit/>
          </a:bodyPr>
          <a:lstStyle/>
          <a:p>
            <a:pPr algn="just">
              <a:lnSpc>
                <a:spcPct val="150000"/>
              </a:lnSpc>
            </a:pPr>
            <a:r>
              <a:rPr lang="zh-CN" altLang="en-US" sz="1000" dirty="0">
                <a:solidFill>
                  <a:srgbClr val="333333"/>
                </a:solidFill>
                <a:latin typeface="Alibaba PuHuiTi" pitchFamily="18" charset="-122"/>
                <a:ea typeface="Alibaba PuHuiTi" pitchFamily="18" charset="-122"/>
                <a:cs typeface="Alibaba PuHuiTi" pitchFamily="18" charset="-122"/>
              </a:rPr>
              <a:t>提升</a:t>
            </a:r>
            <a:r>
              <a:rPr lang="zh-CN" altLang="en-US" sz="1000" dirty="0">
                <a:latin typeface="Alibaba PuHuiTi" pitchFamily="18" charset="-122"/>
                <a:ea typeface="Alibaba PuHuiTi" pitchFamily="18" charset="-122"/>
                <a:cs typeface="Alibaba PuHuiTi" pitchFamily="18" charset="-122"/>
              </a:rPr>
              <a:t>层级的描述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35" name="任意形状 34">
            <a:extLst>
              <a:ext uri="{FF2B5EF4-FFF2-40B4-BE49-F238E27FC236}">
                <a16:creationId xmlns:a16="http://schemas.microsoft.com/office/drawing/2014/main" id="{EA9E8D62-68B9-5654-87BA-7220CBAE0209}"/>
              </a:ext>
            </a:extLst>
          </p:cNvPr>
          <p:cNvSpPr/>
          <p:nvPr/>
        </p:nvSpPr>
        <p:spPr>
          <a:xfrm>
            <a:off x="6350002" y="5331655"/>
            <a:ext cx="4792919" cy="1011218"/>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gradFill flip="none" rotWithShape="1">
            <a:gsLst>
              <a:gs pos="50000">
                <a:schemeClr val="bg1">
                  <a:lumMod val="95000"/>
                </a:schemeClr>
              </a:gs>
              <a:gs pos="100000">
                <a:schemeClr val="bg1">
                  <a:lumMod val="95000"/>
                </a:schemeClr>
              </a:gs>
              <a:gs pos="0">
                <a:schemeClr val="bg1"/>
              </a:gs>
            </a:gsLst>
            <a:lin ang="10800000" scaled="1"/>
            <a:tileRect/>
          </a:gra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6" name="TextBox 161">
            <a:extLst>
              <a:ext uri="{FF2B5EF4-FFF2-40B4-BE49-F238E27FC236}">
                <a16:creationId xmlns:a16="http://schemas.microsoft.com/office/drawing/2014/main" id="{9E2CF551-7993-EC0E-1AA9-146F66BDC021}"/>
              </a:ext>
            </a:extLst>
          </p:cNvPr>
          <p:cNvSpPr txBox="1"/>
          <p:nvPr/>
        </p:nvSpPr>
        <p:spPr>
          <a:xfrm>
            <a:off x="6530173" y="5433932"/>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这是基础层级的标题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37" name="TextBox 47">
            <a:extLst>
              <a:ext uri="{FF2B5EF4-FFF2-40B4-BE49-F238E27FC236}">
                <a16:creationId xmlns:a16="http://schemas.microsoft.com/office/drawing/2014/main" id="{1D7220C3-837B-FA6D-F1F1-50F273815298}"/>
              </a:ext>
            </a:extLst>
          </p:cNvPr>
          <p:cNvSpPr txBox="1"/>
          <p:nvPr/>
        </p:nvSpPr>
        <p:spPr>
          <a:xfrm>
            <a:off x="6530173" y="5803264"/>
            <a:ext cx="2778685" cy="301557"/>
          </a:xfrm>
          <a:prstGeom prst="rect">
            <a:avLst/>
          </a:prstGeom>
          <a:noFill/>
        </p:spPr>
        <p:txBody>
          <a:bodyPr wrap="square" rtlCol="0" anchor="t">
            <a:spAutoFit/>
          </a:bodyPr>
          <a:lstStyle/>
          <a:p>
            <a:pPr algn="just">
              <a:lnSpc>
                <a:spcPct val="150000"/>
              </a:lnSpc>
            </a:pPr>
            <a:r>
              <a:rPr lang="zh-CN" altLang="en-US" sz="1000" dirty="0">
                <a:effectLst/>
                <a:latin typeface="Alibaba PuHuiTi" pitchFamily="18" charset="-122"/>
                <a:ea typeface="Alibaba PuHuiTi" pitchFamily="18" charset="-122"/>
                <a:cs typeface="Alibaba PuHuiTi" pitchFamily="18" charset="-122"/>
              </a:rPr>
              <a:t>基础层级</a:t>
            </a:r>
            <a:r>
              <a:rPr lang="zh-CN" altLang="en-US" sz="1000" dirty="0">
                <a:latin typeface="Alibaba PuHuiTi" pitchFamily="18" charset="-122"/>
                <a:ea typeface="Alibaba PuHuiTi" pitchFamily="18" charset="-122"/>
                <a:cs typeface="Alibaba PuHuiTi" pitchFamily="18" charset="-122"/>
              </a:rPr>
              <a:t>的描述</a:t>
            </a:r>
            <a:endParaRPr lang="en-US" altLang="zh-CN" sz="1000" dirty="0">
              <a:effectLst/>
              <a:latin typeface="Alibaba PuHuiTi" pitchFamily="18" charset="-122"/>
              <a:ea typeface="Alibaba PuHuiTi" pitchFamily="18" charset="-122"/>
              <a:cs typeface="Alibaba PuHuiTi" pitchFamily="18" charset="-122"/>
            </a:endParaRPr>
          </a:p>
        </p:txBody>
      </p:sp>
      <p:sp>
        <p:nvSpPr>
          <p:cNvPr id="39" name="文本框 38">
            <a:extLst>
              <a:ext uri="{FF2B5EF4-FFF2-40B4-BE49-F238E27FC236}">
                <a16:creationId xmlns:a16="http://schemas.microsoft.com/office/drawing/2014/main" id="{B8B6990B-0E4D-0B93-A4E0-387DA5492125}"/>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节点引线 2"/>
          <p:cNvCxnSpPr>
            <a:cxnSpLocks/>
            <a:stCxn id="15" idx="4"/>
            <a:endCxn id="16" idx="0"/>
          </p:cNvCxnSpPr>
          <p:nvPr/>
        </p:nvCxnSpPr>
        <p:spPr>
          <a:xfrm>
            <a:off x="3715754" y="3976937"/>
            <a:ext cx="12533" cy="861928"/>
          </a:xfrm>
          <a:prstGeom prst="straightConnector1">
            <a:avLst/>
          </a:prstGeom>
          <a:ln w="13970">
            <a:solidFill>
              <a:srgbClr val="B8C8DA"/>
            </a:solidFill>
            <a:prstDash val="dash"/>
            <a:tailEnd type="triangle"/>
          </a:ln>
        </p:spPr>
      </p:cxnSp>
      <p:cxnSp>
        <p:nvCxnSpPr>
          <p:cNvPr id="44" name="节点引线 2">
            <a:extLst>
              <a:ext uri="{FF2B5EF4-FFF2-40B4-BE49-F238E27FC236}">
                <a16:creationId xmlns:a16="http://schemas.microsoft.com/office/drawing/2014/main" id="{BFF09AB4-47A0-F1ED-06F8-D0B5F9D7A181}"/>
              </a:ext>
            </a:extLst>
          </p:cNvPr>
          <p:cNvCxnSpPr>
            <a:cxnSpLocks/>
            <a:endCxn id="42" idx="0"/>
          </p:cNvCxnSpPr>
          <p:nvPr/>
        </p:nvCxnSpPr>
        <p:spPr>
          <a:xfrm>
            <a:off x="8675772" y="3976937"/>
            <a:ext cx="12533" cy="861928"/>
          </a:xfrm>
          <a:prstGeom prst="straightConnector1">
            <a:avLst/>
          </a:prstGeom>
          <a:ln w="13970">
            <a:solidFill>
              <a:srgbClr val="B8C8DA"/>
            </a:solidFill>
            <a:prstDash val="dash"/>
            <a:tailEnd type="triangle"/>
          </a:ln>
        </p:spPr>
      </p:cxnSp>
      <p:sp>
        <p:nvSpPr>
          <p:cNvPr id="10" name="主时间线"/>
          <p:cNvSpPr/>
          <p:nvPr/>
        </p:nvSpPr>
        <p:spPr>
          <a:xfrm>
            <a:off x="-720753" y="3653086"/>
            <a:ext cx="13311664" cy="66675"/>
          </a:xfrm>
          <a:prstGeom prst="rect">
            <a:avLst/>
          </a:prstGeom>
          <a:solidFill>
            <a:schemeClr val="accent1"/>
          </a:solidFill>
          <a:ln>
            <a:noFill/>
          </a:ln>
          <a:effectLst>
            <a:outerShdw blurRad="50800" dist="38100" dir="5400000" algn="t" rotWithShape="0">
              <a:prstClr val="black">
                <a:alpha val="40000"/>
              </a:prstClr>
            </a:outerShdw>
          </a:effectLst>
        </p:spPr>
        <p:txBody>
          <a:bodyPr wrap="square" rtlCol="0" anchor="ctr">
            <a:spAutoFit/>
          </a:bodyPr>
          <a:lstStyle/>
          <a:p>
            <a:endParaRPr lang="zh-CN"/>
          </a:p>
        </p:txBody>
      </p:sp>
      <p:sp>
        <p:nvSpPr>
          <p:cNvPr id="11" name="节点圆 1"/>
          <p:cNvSpPr/>
          <p:nvPr/>
        </p:nvSpPr>
        <p:spPr>
          <a:xfrm>
            <a:off x="934454"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01</a:t>
            </a:r>
          </a:p>
        </p:txBody>
      </p:sp>
      <p:sp>
        <p:nvSpPr>
          <p:cNvPr id="12" name="节点标题 1"/>
          <p:cNvSpPr txBox="1"/>
          <p:nvPr/>
        </p:nvSpPr>
        <p:spPr>
          <a:xfrm>
            <a:off x="591554" y="1633453"/>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13" name="节点说明 1"/>
          <p:cNvSpPr txBox="1"/>
          <p:nvPr/>
        </p:nvSpPr>
        <p:spPr>
          <a:xfrm>
            <a:off x="334379" y="2119600"/>
            <a:ext cx="1809750" cy="261610"/>
          </a:xfrm>
          <a:prstGeom prst="rect">
            <a:avLst/>
          </a:prstGeom>
          <a:noFill/>
          <a:ln>
            <a:noFill/>
          </a:ln>
        </p:spPr>
        <p:txBody>
          <a:bodyPr wrap="square" rtlCol="0" anchor="ctr">
            <a:spAutoFit/>
          </a:bodyPr>
          <a:lstStyle/>
          <a:p>
            <a:pPr algn="ctr"/>
            <a:r>
              <a:rPr lang="zh-CN" altLang="en-US" sz="1100" dirty="0">
                <a:solidFill>
                  <a:srgbClr val="555555"/>
                </a:solidFill>
                <a:latin typeface="Alibaba PuHuiTi"/>
                <a:ea typeface="Alibaba PuHuiTi"/>
                <a:cs typeface="Alibaba PuHuiTi"/>
              </a:rPr>
              <a:t>替换为阶段说明</a:t>
            </a:r>
          </a:p>
        </p:txBody>
      </p:sp>
      <p:cxnSp>
        <p:nvCxnSpPr>
          <p:cNvPr id="14" name="节点引线 1"/>
          <p:cNvCxnSpPr>
            <a:cxnSpLocks/>
            <a:stCxn id="11" idx="0"/>
            <a:endCxn id="13" idx="2"/>
          </p:cNvCxnSpPr>
          <p:nvPr/>
        </p:nvCxnSpPr>
        <p:spPr>
          <a:xfrm flipV="1">
            <a:off x="1239254" y="2381210"/>
            <a:ext cx="0" cy="986127"/>
          </a:xfrm>
          <a:prstGeom prst="straightConnector1">
            <a:avLst/>
          </a:prstGeom>
          <a:ln w="13970">
            <a:solidFill>
              <a:srgbClr val="B8C8DA"/>
            </a:solidFill>
            <a:prstDash val="dash"/>
            <a:tailEnd type="triangle"/>
          </a:ln>
        </p:spPr>
      </p:cxnSp>
      <p:sp>
        <p:nvSpPr>
          <p:cNvPr id="15" name="节点圆 2"/>
          <p:cNvSpPr/>
          <p:nvPr/>
        </p:nvSpPr>
        <p:spPr>
          <a:xfrm>
            <a:off x="3410954" y="3367337"/>
            <a:ext cx="609600" cy="609600"/>
          </a:xfrm>
          <a:prstGeom prst="ellipse">
            <a:avLst/>
          </a:prstGeom>
          <a:solidFill>
            <a:srgbClr val="F4F7FA"/>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02</a:t>
            </a:r>
          </a:p>
        </p:txBody>
      </p:sp>
      <p:sp>
        <p:nvSpPr>
          <p:cNvPr id="16" name="节点标题 2"/>
          <p:cNvSpPr txBox="1"/>
          <p:nvPr/>
        </p:nvSpPr>
        <p:spPr>
          <a:xfrm>
            <a:off x="3061537" y="4838865"/>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17" name="节点说明 2"/>
          <p:cNvSpPr txBox="1"/>
          <p:nvPr/>
        </p:nvSpPr>
        <p:spPr>
          <a:xfrm>
            <a:off x="2820404" y="5325012"/>
            <a:ext cx="1809750" cy="261610"/>
          </a:xfrm>
          <a:prstGeom prst="rect">
            <a:avLst/>
          </a:prstGeom>
          <a:noFill/>
          <a:ln>
            <a:noFill/>
          </a:ln>
        </p:spPr>
        <p:txBody>
          <a:bodyPr wrap="square" rtlCol="0" anchor="ctr">
            <a:spAutoFit/>
          </a:bodyPr>
          <a:lstStyle/>
          <a:p>
            <a:pPr algn="ctr"/>
            <a:r>
              <a:rPr lang="zh-CN" altLang="en-US" sz="1100" dirty="0">
                <a:solidFill>
                  <a:srgbClr val="555555"/>
                </a:solidFill>
                <a:latin typeface="Alibaba PuHuiTi"/>
                <a:ea typeface="Alibaba PuHuiTi"/>
                <a:cs typeface="Alibaba PuHuiTi"/>
              </a:rPr>
              <a:t>替换为阶段说明</a:t>
            </a:r>
          </a:p>
        </p:txBody>
      </p:sp>
      <p:sp>
        <p:nvSpPr>
          <p:cNvPr id="19" name="节点圆 3"/>
          <p:cNvSpPr/>
          <p:nvPr/>
        </p:nvSpPr>
        <p:spPr>
          <a:xfrm>
            <a:off x="5887454"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03</a:t>
            </a:r>
          </a:p>
        </p:txBody>
      </p:sp>
      <p:sp>
        <p:nvSpPr>
          <p:cNvPr id="23" name="节点圆 4"/>
          <p:cNvSpPr/>
          <p:nvPr/>
        </p:nvSpPr>
        <p:spPr>
          <a:xfrm>
            <a:off x="8363954" y="3367337"/>
            <a:ext cx="609600" cy="609600"/>
          </a:xfrm>
          <a:prstGeom prst="ellipse">
            <a:avLst/>
          </a:prstGeom>
          <a:solidFill>
            <a:srgbClr val="F4F7FA"/>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04</a:t>
            </a:r>
          </a:p>
        </p:txBody>
      </p:sp>
      <p:sp>
        <p:nvSpPr>
          <p:cNvPr id="27" name="节点圆 5"/>
          <p:cNvSpPr/>
          <p:nvPr/>
        </p:nvSpPr>
        <p:spPr>
          <a:xfrm>
            <a:off x="10840454" y="3367337"/>
            <a:ext cx="609600" cy="609600"/>
          </a:xfrm>
          <a:prstGeom prst="ellipse">
            <a:avLst/>
          </a:prstGeom>
          <a:solidFill>
            <a:srgbClr val="EAF1F8"/>
          </a:solidFill>
          <a:ln w="25400">
            <a:solidFill>
              <a:schemeClr val="accent1"/>
            </a:solidFill>
          </a:ln>
          <a:effectLst>
            <a:outerShdw blurRad="50800" dist="38100" dir="5400000" algn="t" rotWithShape="0">
              <a:prstClr val="black">
                <a:alpha val="40000"/>
              </a:prstClr>
            </a:outerShdw>
          </a:effectLst>
        </p:spPr>
        <p:txBody>
          <a:bodyPr wrap="square" rtlCol="0" anchor="ctr">
            <a:spAutoFit/>
          </a:bodyPr>
          <a:lstStyle/>
          <a:p>
            <a:pPr algn="ctr"/>
            <a:r>
              <a:rPr lang="zh-CN" altLang="en-US" sz="1800" b="1">
                <a:solidFill>
                  <a:schemeClr val="accent1"/>
                </a:solidFill>
                <a:latin typeface="Alibaba PuHuiTi"/>
                <a:ea typeface="Alibaba PuHuiTi"/>
                <a:cs typeface="Alibaba PuHuiTi"/>
              </a:rPr>
              <a:t>05</a:t>
            </a:r>
          </a:p>
        </p:txBody>
      </p:sp>
      <p:sp>
        <p:nvSpPr>
          <p:cNvPr id="36" name="节点标题 1">
            <a:extLst>
              <a:ext uri="{FF2B5EF4-FFF2-40B4-BE49-F238E27FC236}">
                <a16:creationId xmlns:a16="http://schemas.microsoft.com/office/drawing/2014/main" id="{5F4B64C7-EDE9-5078-6D8C-DDBF333C0FC0}"/>
              </a:ext>
            </a:extLst>
          </p:cNvPr>
          <p:cNvSpPr txBox="1"/>
          <p:nvPr/>
        </p:nvSpPr>
        <p:spPr>
          <a:xfrm>
            <a:off x="5544554" y="1633453"/>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37" name="节点说明 1">
            <a:extLst>
              <a:ext uri="{FF2B5EF4-FFF2-40B4-BE49-F238E27FC236}">
                <a16:creationId xmlns:a16="http://schemas.microsoft.com/office/drawing/2014/main" id="{20359D00-C300-CB46-A857-F6B3D46E52E3}"/>
              </a:ext>
            </a:extLst>
          </p:cNvPr>
          <p:cNvSpPr txBox="1"/>
          <p:nvPr/>
        </p:nvSpPr>
        <p:spPr>
          <a:xfrm>
            <a:off x="5287379" y="2119599"/>
            <a:ext cx="1809750" cy="261610"/>
          </a:xfrm>
          <a:prstGeom prst="rect">
            <a:avLst/>
          </a:prstGeom>
          <a:noFill/>
          <a:ln>
            <a:noFill/>
          </a:ln>
        </p:spPr>
        <p:txBody>
          <a:bodyPr wrap="square" rtlCol="0" anchor="ctr">
            <a:spAutoFit/>
          </a:bodyPr>
          <a:lstStyle/>
          <a:p>
            <a:pPr algn="ctr"/>
            <a:r>
              <a:rPr lang="zh-CN" altLang="en-US" sz="1100" dirty="0">
                <a:solidFill>
                  <a:srgbClr val="555555"/>
                </a:solidFill>
                <a:latin typeface="Alibaba PuHuiTi"/>
                <a:ea typeface="Alibaba PuHuiTi"/>
                <a:cs typeface="Alibaba PuHuiTi"/>
              </a:rPr>
              <a:t>替换为阶段说明</a:t>
            </a:r>
          </a:p>
        </p:txBody>
      </p:sp>
      <p:cxnSp>
        <p:nvCxnSpPr>
          <p:cNvPr id="38" name="节点引线 1">
            <a:extLst>
              <a:ext uri="{FF2B5EF4-FFF2-40B4-BE49-F238E27FC236}">
                <a16:creationId xmlns:a16="http://schemas.microsoft.com/office/drawing/2014/main" id="{9A2C682F-0AAC-7964-36A1-5AD40E573A54}"/>
              </a:ext>
            </a:extLst>
          </p:cNvPr>
          <p:cNvCxnSpPr>
            <a:cxnSpLocks/>
            <a:endCxn id="37" idx="2"/>
          </p:cNvCxnSpPr>
          <p:nvPr/>
        </p:nvCxnSpPr>
        <p:spPr>
          <a:xfrm flipV="1">
            <a:off x="6192254" y="2381209"/>
            <a:ext cx="0" cy="986128"/>
          </a:xfrm>
          <a:prstGeom prst="straightConnector1">
            <a:avLst/>
          </a:prstGeom>
          <a:ln w="13970">
            <a:solidFill>
              <a:srgbClr val="B8C8DA"/>
            </a:solidFill>
            <a:prstDash val="dash"/>
            <a:tailEnd type="triangle"/>
          </a:ln>
        </p:spPr>
      </p:cxnSp>
      <p:sp>
        <p:nvSpPr>
          <p:cNvPr id="42" name="节点标题 2">
            <a:extLst>
              <a:ext uri="{FF2B5EF4-FFF2-40B4-BE49-F238E27FC236}">
                <a16:creationId xmlns:a16="http://schemas.microsoft.com/office/drawing/2014/main" id="{107522F2-CAC4-8A89-0055-564EDC771793}"/>
              </a:ext>
            </a:extLst>
          </p:cNvPr>
          <p:cNvSpPr txBox="1"/>
          <p:nvPr/>
        </p:nvSpPr>
        <p:spPr>
          <a:xfrm>
            <a:off x="8021555" y="4838865"/>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43" name="节点说明 2">
            <a:extLst>
              <a:ext uri="{FF2B5EF4-FFF2-40B4-BE49-F238E27FC236}">
                <a16:creationId xmlns:a16="http://schemas.microsoft.com/office/drawing/2014/main" id="{209B0782-30BA-8DF1-CE6D-9CD028329AC7}"/>
              </a:ext>
            </a:extLst>
          </p:cNvPr>
          <p:cNvSpPr txBox="1"/>
          <p:nvPr/>
        </p:nvSpPr>
        <p:spPr>
          <a:xfrm>
            <a:off x="7780422" y="5325012"/>
            <a:ext cx="1809750" cy="261610"/>
          </a:xfrm>
          <a:prstGeom prst="rect">
            <a:avLst/>
          </a:prstGeom>
          <a:noFill/>
          <a:ln>
            <a:noFill/>
          </a:ln>
        </p:spPr>
        <p:txBody>
          <a:bodyPr wrap="square" rtlCol="0" anchor="ctr">
            <a:spAutoFit/>
          </a:bodyPr>
          <a:lstStyle/>
          <a:p>
            <a:pPr algn="ctr"/>
            <a:r>
              <a:rPr lang="zh-CN" altLang="en-US" sz="1100" dirty="0">
                <a:solidFill>
                  <a:srgbClr val="555555"/>
                </a:solidFill>
                <a:latin typeface="Alibaba PuHuiTi"/>
                <a:ea typeface="Alibaba PuHuiTi"/>
                <a:cs typeface="Alibaba PuHuiTi"/>
              </a:rPr>
              <a:t>替换为阶段说明</a:t>
            </a:r>
          </a:p>
        </p:txBody>
      </p:sp>
      <p:sp>
        <p:nvSpPr>
          <p:cNvPr id="45" name="节点标题 1">
            <a:extLst>
              <a:ext uri="{FF2B5EF4-FFF2-40B4-BE49-F238E27FC236}">
                <a16:creationId xmlns:a16="http://schemas.microsoft.com/office/drawing/2014/main" id="{BBB1B7E7-285D-3A57-357B-4D28423F9394}"/>
              </a:ext>
            </a:extLst>
          </p:cNvPr>
          <p:cNvSpPr txBox="1"/>
          <p:nvPr/>
        </p:nvSpPr>
        <p:spPr>
          <a:xfrm>
            <a:off x="10497554" y="1633453"/>
            <a:ext cx="1333500" cy="338554"/>
          </a:xfrm>
          <a:prstGeom prst="rect">
            <a:avLst/>
          </a:prstGeom>
          <a:noFill/>
          <a:ln>
            <a:noFill/>
          </a:ln>
        </p:spPr>
        <p:txBody>
          <a:bodyPr wrap="square" rtlCol="0" anchor="ctr">
            <a:spAutoFit/>
          </a:bodyPr>
          <a:lstStyle/>
          <a:p>
            <a:pPr algn="ctr"/>
            <a:r>
              <a:rPr lang="zh-CN" altLang="en-US" sz="1600" b="1" dirty="0">
                <a:solidFill>
                  <a:srgbClr val="222222"/>
                </a:solidFill>
                <a:latin typeface="Alibaba PuHuiTi"/>
                <a:ea typeface="Alibaba PuHuiTi"/>
                <a:cs typeface="Alibaba PuHuiTi"/>
              </a:rPr>
              <a:t>这是标题</a:t>
            </a:r>
          </a:p>
        </p:txBody>
      </p:sp>
      <p:sp>
        <p:nvSpPr>
          <p:cNvPr id="46" name="节点说明 1">
            <a:extLst>
              <a:ext uri="{FF2B5EF4-FFF2-40B4-BE49-F238E27FC236}">
                <a16:creationId xmlns:a16="http://schemas.microsoft.com/office/drawing/2014/main" id="{79CC6017-AEA2-652F-C353-66B6EE9B34B6}"/>
              </a:ext>
            </a:extLst>
          </p:cNvPr>
          <p:cNvSpPr txBox="1"/>
          <p:nvPr/>
        </p:nvSpPr>
        <p:spPr>
          <a:xfrm>
            <a:off x="10240379" y="2119599"/>
            <a:ext cx="1809750" cy="261610"/>
          </a:xfrm>
          <a:prstGeom prst="rect">
            <a:avLst/>
          </a:prstGeom>
          <a:noFill/>
          <a:ln>
            <a:noFill/>
          </a:ln>
        </p:spPr>
        <p:txBody>
          <a:bodyPr wrap="square" rtlCol="0" anchor="ctr">
            <a:spAutoFit/>
          </a:bodyPr>
          <a:lstStyle/>
          <a:p>
            <a:pPr algn="ctr"/>
            <a:r>
              <a:rPr lang="zh-CN" altLang="en-US" sz="1100" dirty="0">
                <a:solidFill>
                  <a:srgbClr val="555555"/>
                </a:solidFill>
                <a:latin typeface="Alibaba PuHuiTi"/>
                <a:ea typeface="Alibaba PuHuiTi"/>
                <a:cs typeface="Alibaba PuHuiTi"/>
              </a:rPr>
              <a:t>替换为阶段说明</a:t>
            </a:r>
          </a:p>
        </p:txBody>
      </p:sp>
      <p:cxnSp>
        <p:nvCxnSpPr>
          <p:cNvPr id="47" name="节点引线 1">
            <a:extLst>
              <a:ext uri="{FF2B5EF4-FFF2-40B4-BE49-F238E27FC236}">
                <a16:creationId xmlns:a16="http://schemas.microsoft.com/office/drawing/2014/main" id="{43D52ABE-7F94-8308-7420-FCCCFB80DCE3}"/>
              </a:ext>
            </a:extLst>
          </p:cNvPr>
          <p:cNvCxnSpPr>
            <a:cxnSpLocks/>
            <a:endCxn id="46" idx="2"/>
          </p:cNvCxnSpPr>
          <p:nvPr/>
        </p:nvCxnSpPr>
        <p:spPr>
          <a:xfrm flipV="1">
            <a:off x="11145254" y="2381209"/>
            <a:ext cx="0" cy="986128"/>
          </a:xfrm>
          <a:prstGeom prst="straightConnector1">
            <a:avLst/>
          </a:prstGeom>
          <a:ln w="13970">
            <a:solidFill>
              <a:srgbClr val="B8C8DA"/>
            </a:solidFill>
            <a:prstDash val="dash"/>
            <a:tailEnd type="triangle"/>
          </a:ln>
        </p:spPr>
      </p:cxnSp>
      <p:sp>
        <p:nvSpPr>
          <p:cNvPr id="4" name="文本框 3">
            <a:extLst>
              <a:ext uri="{FF2B5EF4-FFF2-40B4-BE49-F238E27FC236}">
                <a16:creationId xmlns:a16="http://schemas.microsoft.com/office/drawing/2014/main" id="{B5778B97-C4F8-CDFB-AB1F-9EAA91A7C4C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a:extLst>
              <a:ext uri="{FF2B5EF4-FFF2-40B4-BE49-F238E27FC236}">
                <a16:creationId xmlns:a16="http://schemas.microsoft.com/office/drawing/2014/main" id="{A04BD919-0EA4-800A-3268-538DE60D02A3}"/>
              </a:ext>
            </a:extLst>
          </p:cNvPr>
          <p:cNvSpPr/>
          <p:nvPr/>
        </p:nvSpPr>
        <p:spPr>
          <a:xfrm>
            <a:off x="4228213" y="1810482"/>
            <a:ext cx="1955989" cy="1806211"/>
          </a:xfrm>
          <a:custGeom>
            <a:avLst/>
            <a:gdLst>
              <a:gd name="connsiteX0" fmla="*/ 2239010 w 2239009"/>
              <a:gd name="connsiteY0" fmla="*/ 379730 h 2067559"/>
              <a:gd name="connsiteX1" fmla="*/ 2098040 w 2239009"/>
              <a:gd name="connsiteY1" fmla="*/ 756920 h 2067559"/>
              <a:gd name="connsiteX2" fmla="*/ 755650 w 2239009"/>
              <a:gd name="connsiteY2" fmla="*/ 2067560 h 2067559"/>
              <a:gd name="connsiteX3" fmla="*/ 377190 w 2239009"/>
              <a:gd name="connsiteY3" fmla="*/ 1925320 h 2067559"/>
              <a:gd name="connsiteX4" fmla="*/ 0 w 2239009"/>
              <a:gd name="connsiteY4" fmla="*/ 2066290 h 2067559"/>
              <a:gd name="connsiteX5" fmla="*/ 2098040 w 2239009"/>
              <a:gd name="connsiteY5" fmla="*/ 0 h 2067559"/>
              <a:gd name="connsiteX6" fmla="*/ 2239010 w 2239009"/>
              <a:gd name="connsiteY6" fmla="*/ 379730 h 2067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9009" h="2067559">
                <a:moveTo>
                  <a:pt x="2239010" y="379730"/>
                </a:moveTo>
                <a:lnTo>
                  <a:pt x="2098040" y="756920"/>
                </a:lnTo>
                <a:cubicBezTo>
                  <a:pt x="1376680" y="777240"/>
                  <a:pt x="792480" y="1350010"/>
                  <a:pt x="755650" y="2067560"/>
                </a:cubicBezTo>
                <a:lnTo>
                  <a:pt x="377190" y="1925320"/>
                </a:lnTo>
                <a:lnTo>
                  <a:pt x="0" y="2066290"/>
                </a:lnTo>
                <a:cubicBezTo>
                  <a:pt x="38100" y="932180"/>
                  <a:pt x="958850" y="20320"/>
                  <a:pt x="2098040" y="0"/>
                </a:cubicBezTo>
                <a:lnTo>
                  <a:pt x="2239010" y="379730"/>
                </a:lnTo>
                <a:close/>
              </a:path>
            </a:pathLst>
          </a:custGeom>
          <a:solidFill>
            <a:schemeClr val="accent1"/>
          </a:solidFill>
          <a:ln w="12700" cap="flat">
            <a:noFill/>
            <a:prstDash val="solid"/>
            <a:miter/>
          </a:ln>
        </p:spPr>
        <p:txBody>
          <a:bodyPr lIns="0" b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3" name="任意形状 2">
            <a:extLst>
              <a:ext uri="{FF2B5EF4-FFF2-40B4-BE49-F238E27FC236}">
                <a16:creationId xmlns:a16="http://schemas.microsoft.com/office/drawing/2014/main" id="{9014C94F-0D16-EC81-85FF-CB6DC79D8963}"/>
              </a:ext>
            </a:extLst>
          </p:cNvPr>
          <p:cNvSpPr/>
          <p:nvPr/>
        </p:nvSpPr>
        <p:spPr>
          <a:xfrm>
            <a:off x="6158684" y="1810482"/>
            <a:ext cx="1805102" cy="1957098"/>
          </a:xfrm>
          <a:custGeom>
            <a:avLst/>
            <a:gdLst>
              <a:gd name="connsiteX0" fmla="*/ 2066290 w 2066290"/>
              <a:gd name="connsiteY0" fmla="*/ 2099310 h 2240279"/>
              <a:gd name="connsiteX1" fmla="*/ 1687830 w 2066290"/>
              <a:gd name="connsiteY1" fmla="*/ 2240280 h 2240279"/>
              <a:gd name="connsiteX2" fmla="*/ 1310640 w 2066290"/>
              <a:gd name="connsiteY2" fmla="*/ 2099310 h 2240279"/>
              <a:gd name="connsiteX3" fmla="*/ 0 w 2066290"/>
              <a:gd name="connsiteY3" fmla="*/ 756920 h 2240279"/>
              <a:gd name="connsiteX4" fmla="*/ 140970 w 2066290"/>
              <a:gd name="connsiteY4" fmla="*/ 378460 h 2240279"/>
              <a:gd name="connsiteX5" fmla="*/ 0 w 2066290"/>
              <a:gd name="connsiteY5" fmla="*/ 0 h 2240279"/>
              <a:gd name="connsiteX6" fmla="*/ 2066290 w 2066290"/>
              <a:gd name="connsiteY6" fmla="*/ 2099310 h 224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290" h="2240279">
                <a:moveTo>
                  <a:pt x="2066290" y="2099310"/>
                </a:moveTo>
                <a:lnTo>
                  <a:pt x="1687830" y="2240280"/>
                </a:lnTo>
                <a:lnTo>
                  <a:pt x="1310640" y="2099310"/>
                </a:lnTo>
                <a:cubicBezTo>
                  <a:pt x="1290320" y="1377950"/>
                  <a:pt x="717550" y="793750"/>
                  <a:pt x="0" y="756920"/>
                </a:cubicBezTo>
                <a:lnTo>
                  <a:pt x="140970" y="378460"/>
                </a:lnTo>
                <a:lnTo>
                  <a:pt x="0" y="0"/>
                </a:lnTo>
                <a:cubicBezTo>
                  <a:pt x="1134110" y="39370"/>
                  <a:pt x="2045970" y="960120"/>
                  <a:pt x="2066290" y="2099310"/>
                </a:cubicBezTo>
                <a:close/>
              </a:path>
            </a:pathLst>
          </a:custGeom>
          <a:solidFill>
            <a:schemeClr val="accent2"/>
          </a:solidFill>
          <a:ln w="12700" cap="flat">
            <a:noFill/>
            <a:prstDash val="solid"/>
            <a:miter/>
          </a:ln>
        </p:spPr>
        <p:txBody>
          <a:bodyPr rIns="0" b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12F6639B-34B6-EF18-1A05-E9CD502CE5CE}"/>
              </a:ext>
            </a:extLst>
          </p:cNvPr>
          <p:cNvSpPr/>
          <p:nvPr/>
        </p:nvSpPr>
        <p:spPr>
          <a:xfrm>
            <a:off x="6006687" y="3742063"/>
            <a:ext cx="1955989" cy="1805102"/>
          </a:xfrm>
          <a:custGeom>
            <a:avLst/>
            <a:gdLst>
              <a:gd name="connsiteX0" fmla="*/ 2239010 w 2239009"/>
              <a:gd name="connsiteY0" fmla="*/ 0 h 2066290"/>
              <a:gd name="connsiteX1" fmla="*/ 140970 w 2239009"/>
              <a:gd name="connsiteY1" fmla="*/ 2066290 h 2066290"/>
              <a:gd name="connsiteX2" fmla="*/ 0 w 2239009"/>
              <a:gd name="connsiteY2" fmla="*/ 1687830 h 2066290"/>
              <a:gd name="connsiteX3" fmla="*/ 140970 w 2239009"/>
              <a:gd name="connsiteY3" fmla="*/ 1310640 h 2066290"/>
              <a:gd name="connsiteX4" fmla="*/ 1483360 w 2239009"/>
              <a:gd name="connsiteY4" fmla="*/ 0 h 2066290"/>
              <a:gd name="connsiteX5" fmla="*/ 1861820 w 2239009"/>
              <a:gd name="connsiteY5" fmla="*/ 140970 h 2066290"/>
              <a:gd name="connsiteX6" fmla="*/ 2239010 w 2239009"/>
              <a:gd name="connsiteY6" fmla="*/ 0 h 2066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9009" h="2066290">
                <a:moveTo>
                  <a:pt x="2239010" y="0"/>
                </a:moveTo>
                <a:cubicBezTo>
                  <a:pt x="2200910" y="1134110"/>
                  <a:pt x="1280160" y="2045970"/>
                  <a:pt x="140970" y="2066290"/>
                </a:cubicBezTo>
                <a:lnTo>
                  <a:pt x="0" y="1687830"/>
                </a:lnTo>
                <a:lnTo>
                  <a:pt x="140970" y="1310640"/>
                </a:lnTo>
                <a:cubicBezTo>
                  <a:pt x="862330" y="1290320"/>
                  <a:pt x="1446530" y="717550"/>
                  <a:pt x="1483360" y="0"/>
                </a:cubicBezTo>
                <a:lnTo>
                  <a:pt x="1861820" y="140970"/>
                </a:lnTo>
                <a:lnTo>
                  <a:pt x="2239010" y="0"/>
                </a:lnTo>
                <a:close/>
              </a:path>
            </a:pathLst>
          </a:custGeom>
          <a:solidFill>
            <a:schemeClr val="accent3"/>
          </a:solidFill>
          <a:ln w="12700" cap="flat">
            <a:noFill/>
            <a:prstDash val="solid"/>
            <a:miter/>
          </a:ln>
        </p:spPr>
        <p:txBody>
          <a:bodyPr tIns="468000" rIns="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C430516C-0F08-03E4-D029-417A5255C191}"/>
              </a:ext>
            </a:extLst>
          </p:cNvPr>
          <p:cNvSpPr/>
          <p:nvPr/>
        </p:nvSpPr>
        <p:spPr>
          <a:xfrm>
            <a:off x="4227103" y="3590066"/>
            <a:ext cx="1805101" cy="1955989"/>
          </a:xfrm>
          <a:custGeom>
            <a:avLst/>
            <a:gdLst>
              <a:gd name="connsiteX0" fmla="*/ 1925320 w 2066289"/>
              <a:gd name="connsiteY0" fmla="*/ 1861820 h 2239010"/>
              <a:gd name="connsiteX1" fmla="*/ 2066290 w 2066289"/>
              <a:gd name="connsiteY1" fmla="*/ 2239010 h 2239010"/>
              <a:gd name="connsiteX2" fmla="*/ 0 w 2066289"/>
              <a:gd name="connsiteY2" fmla="*/ 140970 h 2239010"/>
              <a:gd name="connsiteX3" fmla="*/ 378460 w 2066289"/>
              <a:gd name="connsiteY3" fmla="*/ 0 h 2239010"/>
              <a:gd name="connsiteX4" fmla="*/ 755650 w 2066289"/>
              <a:gd name="connsiteY4" fmla="*/ 140970 h 2239010"/>
              <a:gd name="connsiteX5" fmla="*/ 2066290 w 2066289"/>
              <a:gd name="connsiteY5" fmla="*/ 1483360 h 2239010"/>
              <a:gd name="connsiteX6" fmla="*/ 1925320 w 2066289"/>
              <a:gd name="connsiteY6" fmla="*/ 1861820 h 223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289" h="2239010">
                <a:moveTo>
                  <a:pt x="1925320" y="1861820"/>
                </a:moveTo>
                <a:lnTo>
                  <a:pt x="2066290" y="2239010"/>
                </a:lnTo>
                <a:cubicBezTo>
                  <a:pt x="932180" y="2200910"/>
                  <a:pt x="20320" y="1280160"/>
                  <a:pt x="0" y="140970"/>
                </a:cubicBezTo>
                <a:lnTo>
                  <a:pt x="378460" y="0"/>
                </a:lnTo>
                <a:lnTo>
                  <a:pt x="755650" y="140970"/>
                </a:lnTo>
                <a:cubicBezTo>
                  <a:pt x="775970" y="862330"/>
                  <a:pt x="1348740" y="1446530"/>
                  <a:pt x="2066290" y="1483360"/>
                </a:cubicBezTo>
                <a:lnTo>
                  <a:pt x="1925320" y="1861820"/>
                </a:lnTo>
                <a:close/>
              </a:path>
            </a:pathLst>
          </a:custGeom>
          <a:solidFill>
            <a:schemeClr val="accent4"/>
          </a:solidFill>
          <a:ln w="12700" cap="flat">
            <a:noFill/>
            <a:prstDash val="solid"/>
            <a:miter/>
          </a:ln>
        </p:spPr>
        <p:txBody>
          <a:bodyPr lIns="0" tIns="468000" rtlCol="0" anchor="ctr"/>
          <a:lstStyle/>
          <a:p>
            <a:pPr algn="ctr"/>
            <a:endParaRPr lang="zh-CN" altLang="en-US" sz="2000" dirty="0">
              <a:solidFill>
                <a:schemeClr val="bg1"/>
              </a:solidFill>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81DB3FB7-42EC-703F-F81E-F649706A098C}"/>
              </a:ext>
            </a:extLst>
          </p:cNvPr>
          <p:cNvSpPr/>
          <p:nvPr/>
        </p:nvSpPr>
        <p:spPr>
          <a:xfrm>
            <a:off x="5155727" y="2739105"/>
            <a:ext cx="1879436" cy="1879435"/>
          </a:xfrm>
          <a:custGeom>
            <a:avLst/>
            <a:gdLst>
              <a:gd name="connsiteX0" fmla="*/ 2151380 w 2151380"/>
              <a:gd name="connsiteY0" fmla="*/ 1075690 h 2151379"/>
              <a:gd name="connsiteX1" fmla="*/ 1075690 w 2151380"/>
              <a:gd name="connsiteY1" fmla="*/ 2151380 h 2151379"/>
              <a:gd name="connsiteX2" fmla="*/ 0 w 2151380"/>
              <a:gd name="connsiteY2" fmla="*/ 1075690 h 2151379"/>
              <a:gd name="connsiteX3" fmla="*/ 1075690 w 2151380"/>
              <a:gd name="connsiteY3" fmla="*/ 0 h 2151379"/>
              <a:gd name="connsiteX4" fmla="*/ 2151380 w 2151380"/>
              <a:gd name="connsiteY4" fmla="*/ 1075690 h 2151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380" h="2151379">
                <a:moveTo>
                  <a:pt x="2151380" y="1075690"/>
                </a:moveTo>
                <a:cubicBezTo>
                  <a:pt x="2151380" y="1669777"/>
                  <a:pt x="1669777" y="2151380"/>
                  <a:pt x="1075690" y="2151380"/>
                </a:cubicBezTo>
                <a:cubicBezTo>
                  <a:pt x="481603" y="2151380"/>
                  <a:pt x="0" y="1669777"/>
                  <a:pt x="0" y="1075690"/>
                </a:cubicBezTo>
                <a:cubicBezTo>
                  <a:pt x="0" y="481603"/>
                  <a:pt x="481603" y="0"/>
                  <a:pt x="1075690" y="0"/>
                </a:cubicBezTo>
                <a:cubicBezTo>
                  <a:pt x="1669777" y="0"/>
                  <a:pt x="2151380" y="481603"/>
                  <a:pt x="2151380" y="1075690"/>
                </a:cubicBezTo>
                <a:close/>
              </a:path>
            </a:pathLst>
          </a:custGeom>
          <a:noFill/>
          <a:ln w="15875" cap="flat">
            <a:solidFill>
              <a:schemeClr val="tx2"/>
            </a:solidFill>
            <a:prstDash val="lgDashDotDot"/>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CF4E505C-CA75-EB0A-A362-8E6223DA3B28}"/>
              </a:ext>
            </a:extLst>
          </p:cNvPr>
          <p:cNvSpPr/>
          <p:nvPr/>
        </p:nvSpPr>
        <p:spPr>
          <a:xfrm>
            <a:off x="5389824" y="2973203"/>
            <a:ext cx="1411241" cy="1411241"/>
          </a:xfrm>
          <a:custGeom>
            <a:avLst/>
            <a:gdLst>
              <a:gd name="connsiteX0" fmla="*/ 1615440 w 1615440"/>
              <a:gd name="connsiteY0" fmla="*/ 807720 h 1615440"/>
              <a:gd name="connsiteX1" fmla="*/ 807720 w 1615440"/>
              <a:gd name="connsiteY1" fmla="*/ 1615440 h 1615440"/>
              <a:gd name="connsiteX2" fmla="*/ 0 w 1615440"/>
              <a:gd name="connsiteY2" fmla="*/ 807720 h 1615440"/>
              <a:gd name="connsiteX3" fmla="*/ 807720 w 1615440"/>
              <a:gd name="connsiteY3" fmla="*/ 0 h 1615440"/>
              <a:gd name="connsiteX4" fmla="*/ 1615440 w 1615440"/>
              <a:gd name="connsiteY4" fmla="*/ 807720 h 1615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5440" h="1615440">
                <a:moveTo>
                  <a:pt x="1615440" y="807720"/>
                </a:moveTo>
                <a:cubicBezTo>
                  <a:pt x="1615440" y="1253811"/>
                  <a:pt x="1253811" y="1615440"/>
                  <a:pt x="807720" y="1615440"/>
                </a:cubicBezTo>
                <a:cubicBezTo>
                  <a:pt x="361628" y="1615440"/>
                  <a:pt x="0" y="1253811"/>
                  <a:pt x="0" y="807720"/>
                </a:cubicBezTo>
                <a:cubicBezTo>
                  <a:pt x="0" y="361628"/>
                  <a:pt x="361628" y="0"/>
                  <a:pt x="807720" y="0"/>
                </a:cubicBezTo>
                <a:cubicBezTo>
                  <a:pt x="1253811" y="0"/>
                  <a:pt x="1615440" y="361628"/>
                  <a:pt x="1615440" y="807720"/>
                </a:cubicBezTo>
                <a:close/>
              </a:path>
            </a:pathLst>
          </a:custGeom>
          <a:solidFill>
            <a:schemeClr val="bg2"/>
          </a:solidFill>
          <a:ln w="12700" cap="flat">
            <a:noFill/>
            <a:prstDash val="solid"/>
            <a:miter/>
          </a:ln>
          <a:effectLst>
            <a:innerShdw blurRad="254000">
              <a:schemeClr val="bg2">
                <a:lumMod val="75000"/>
              </a:schemeClr>
            </a:innerShdw>
          </a:effectLst>
        </p:spPr>
        <p:txBody>
          <a:bodyPr rtlCol="0" anchor="ctr"/>
          <a:lstStyle/>
          <a:p>
            <a:pPr algn="ctr"/>
            <a:r>
              <a:rPr lang="zh-CN" altLang="en-US" sz="2000" b="1" dirty="0">
                <a:solidFill>
                  <a:schemeClr val="accent1"/>
                </a:solidFill>
                <a:latin typeface="Alibaba PuHuiTi" pitchFamily="18" charset="-122"/>
                <a:ea typeface="Alibaba PuHuiTi" pitchFamily="18" charset="-122"/>
                <a:cs typeface="Alibaba PuHuiTi" pitchFamily="18" charset="-122"/>
              </a:rPr>
              <a:t>核心表述</a:t>
            </a:r>
            <a:endParaRPr lang="en-US" altLang="zh-CN" sz="2000" b="1" dirty="0">
              <a:solidFill>
                <a:schemeClr val="accent1"/>
              </a:solidFill>
              <a:latin typeface="Alibaba PuHuiTi" pitchFamily="18" charset="-122"/>
              <a:ea typeface="Alibaba PuHuiTi" pitchFamily="18" charset="-122"/>
              <a:cs typeface="Alibaba PuHuiTi" pitchFamily="18" charset="-122"/>
            </a:endParaRPr>
          </a:p>
        </p:txBody>
      </p:sp>
      <p:grpSp>
        <p:nvGrpSpPr>
          <p:cNvPr id="23" name="组合 22">
            <a:extLst>
              <a:ext uri="{FF2B5EF4-FFF2-40B4-BE49-F238E27FC236}">
                <a16:creationId xmlns:a16="http://schemas.microsoft.com/office/drawing/2014/main" id="{2440CBDD-FD5B-C545-2204-631776B279FB}"/>
              </a:ext>
            </a:extLst>
          </p:cNvPr>
          <p:cNvGrpSpPr/>
          <p:nvPr/>
        </p:nvGrpSpPr>
        <p:grpSpPr>
          <a:xfrm>
            <a:off x="6044326" y="2687905"/>
            <a:ext cx="102238" cy="1982038"/>
            <a:chOff x="6037485" y="2165162"/>
            <a:chExt cx="117031" cy="2268828"/>
          </a:xfrm>
          <a:solidFill>
            <a:schemeClr val="tx2"/>
          </a:solidFill>
        </p:grpSpPr>
        <p:sp>
          <p:nvSpPr>
            <p:cNvPr id="24" name="直角三角形 23">
              <a:extLst>
                <a:ext uri="{FF2B5EF4-FFF2-40B4-BE49-F238E27FC236}">
                  <a16:creationId xmlns:a16="http://schemas.microsoft.com/office/drawing/2014/main" id="{1D67B28E-BA4F-DE5E-F166-E40154A4F683}"/>
                </a:ext>
              </a:extLst>
            </p:cNvPr>
            <p:cNvSpPr/>
            <p:nvPr/>
          </p:nvSpPr>
          <p:spPr>
            <a:xfrm rot="18900000" flipH="1">
              <a:off x="6037485" y="2165162"/>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5" name="直角三角形 24">
              <a:extLst>
                <a:ext uri="{FF2B5EF4-FFF2-40B4-BE49-F238E27FC236}">
                  <a16:creationId xmlns:a16="http://schemas.microsoft.com/office/drawing/2014/main" id="{14856B52-E550-4401-1121-8FD04623CEBA}"/>
                </a:ext>
              </a:extLst>
            </p:cNvPr>
            <p:cNvSpPr/>
            <p:nvPr/>
          </p:nvSpPr>
          <p:spPr>
            <a:xfrm rot="8100000" flipH="1">
              <a:off x="6037485" y="4316959"/>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grpSp>
        <p:nvGrpSpPr>
          <p:cNvPr id="26" name="组合 25">
            <a:extLst>
              <a:ext uri="{FF2B5EF4-FFF2-40B4-BE49-F238E27FC236}">
                <a16:creationId xmlns:a16="http://schemas.microsoft.com/office/drawing/2014/main" id="{5459F0B7-9DD4-FF12-3FFB-FCD271781BE6}"/>
              </a:ext>
            </a:extLst>
          </p:cNvPr>
          <p:cNvGrpSpPr/>
          <p:nvPr/>
        </p:nvGrpSpPr>
        <p:grpSpPr>
          <a:xfrm rot="5400000">
            <a:off x="6047748" y="2687804"/>
            <a:ext cx="102238" cy="1982038"/>
            <a:chOff x="6037485" y="2165162"/>
            <a:chExt cx="117031" cy="2268828"/>
          </a:xfrm>
          <a:solidFill>
            <a:schemeClr val="tx2"/>
          </a:solidFill>
        </p:grpSpPr>
        <p:sp>
          <p:nvSpPr>
            <p:cNvPr id="27" name="直角三角形 26">
              <a:extLst>
                <a:ext uri="{FF2B5EF4-FFF2-40B4-BE49-F238E27FC236}">
                  <a16:creationId xmlns:a16="http://schemas.microsoft.com/office/drawing/2014/main" id="{B39A1AC9-0E77-9425-7F5D-075AF96B846E}"/>
                </a:ext>
              </a:extLst>
            </p:cNvPr>
            <p:cNvSpPr/>
            <p:nvPr/>
          </p:nvSpPr>
          <p:spPr>
            <a:xfrm rot="18900000" flipH="1">
              <a:off x="6037485" y="2165162"/>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8" name="直角三角形 27">
              <a:extLst>
                <a:ext uri="{FF2B5EF4-FFF2-40B4-BE49-F238E27FC236}">
                  <a16:creationId xmlns:a16="http://schemas.microsoft.com/office/drawing/2014/main" id="{99FC124B-E87C-4F15-0664-8713C91B9EA2}"/>
                </a:ext>
              </a:extLst>
            </p:cNvPr>
            <p:cNvSpPr/>
            <p:nvPr/>
          </p:nvSpPr>
          <p:spPr>
            <a:xfrm rot="8100000" flipH="1">
              <a:off x="6037485" y="4316959"/>
              <a:ext cx="117031" cy="117031"/>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grpSp>
      <p:sp>
        <p:nvSpPr>
          <p:cNvPr id="29" name="文本框 28">
            <a:extLst>
              <a:ext uri="{FF2B5EF4-FFF2-40B4-BE49-F238E27FC236}">
                <a16:creationId xmlns:a16="http://schemas.microsoft.com/office/drawing/2014/main" id="{795B8F1F-20DA-F784-F977-30B395F0A47E}"/>
              </a:ext>
            </a:extLst>
          </p:cNvPr>
          <p:cNvSpPr txBox="1"/>
          <p:nvPr/>
        </p:nvSpPr>
        <p:spPr>
          <a:xfrm rot="2700000">
            <a:off x="4549334" y="4349783"/>
            <a:ext cx="939940" cy="769441"/>
          </a:xfrm>
          <a:prstGeom prst="rect">
            <a:avLst/>
          </a:prstGeom>
          <a:noFill/>
        </p:spPr>
        <p:txBody>
          <a:bodyPr wrap="square">
            <a:spAutoFit/>
          </a:bodyPr>
          <a:lstStyle/>
          <a:p>
            <a:pPr algn="ctr"/>
            <a:r>
              <a:rPr lang="zh-CN" altLang="en-US" sz="2200" b="1" dirty="0">
                <a:solidFill>
                  <a:schemeClr val="bg1"/>
                </a:solidFill>
                <a:latin typeface="Alibaba PuHuiTi" pitchFamily="18" charset="-122"/>
                <a:ea typeface="Alibaba PuHuiTi" pitchFamily="18" charset="-122"/>
                <a:cs typeface="Alibaba PuHuiTi" pitchFamily="18" charset="-122"/>
              </a:rPr>
              <a:t>步骤四</a:t>
            </a:r>
          </a:p>
        </p:txBody>
      </p:sp>
      <p:sp>
        <p:nvSpPr>
          <p:cNvPr id="30" name="文本框 29">
            <a:extLst>
              <a:ext uri="{FF2B5EF4-FFF2-40B4-BE49-F238E27FC236}">
                <a16:creationId xmlns:a16="http://schemas.microsoft.com/office/drawing/2014/main" id="{7A350B68-9485-7656-BD20-7BD56077EBBE}"/>
              </a:ext>
            </a:extLst>
          </p:cNvPr>
          <p:cNvSpPr txBox="1"/>
          <p:nvPr/>
        </p:nvSpPr>
        <p:spPr>
          <a:xfrm rot="18900000">
            <a:off x="6714168" y="4349783"/>
            <a:ext cx="939940" cy="769441"/>
          </a:xfrm>
          <a:prstGeom prst="rect">
            <a:avLst/>
          </a:prstGeom>
          <a:noFill/>
        </p:spPr>
        <p:txBody>
          <a:bodyPr wrap="square">
            <a:spAutoFit/>
          </a:bodyPr>
          <a:lstStyle/>
          <a:p>
            <a:pPr algn="ctr"/>
            <a:r>
              <a:rPr lang="zh-CN" altLang="en-US" sz="2200" b="1" dirty="0">
                <a:solidFill>
                  <a:schemeClr val="bg1"/>
                </a:solidFill>
                <a:latin typeface="Alibaba PuHuiTi" pitchFamily="18" charset="-122"/>
                <a:ea typeface="Alibaba PuHuiTi" pitchFamily="18" charset="-122"/>
                <a:cs typeface="Alibaba PuHuiTi" pitchFamily="18" charset="-122"/>
              </a:rPr>
              <a:t>步骤三</a:t>
            </a:r>
          </a:p>
        </p:txBody>
      </p:sp>
      <p:sp>
        <p:nvSpPr>
          <p:cNvPr id="31" name="文本框 30">
            <a:extLst>
              <a:ext uri="{FF2B5EF4-FFF2-40B4-BE49-F238E27FC236}">
                <a16:creationId xmlns:a16="http://schemas.microsoft.com/office/drawing/2014/main" id="{063DA15E-C44E-4B18-98E1-E995EC1EBFE4}"/>
              </a:ext>
            </a:extLst>
          </p:cNvPr>
          <p:cNvSpPr txBox="1"/>
          <p:nvPr/>
        </p:nvSpPr>
        <p:spPr>
          <a:xfrm rot="18900000">
            <a:off x="4549334" y="2219747"/>
            <a:ext cx="939940" cy="769441"/>
          </a:xfrm>
          <a:prstGeom prst="rect">
            <a:avLst/>
          </a:prstGeom>
          <a:noFill/>
        </p:spPr>
        <p:txBody>
          <a:bodyPr wrap="square">
            <a:spAutoFit/>
          </a:bodyPr>
          <a:lstStyle/>
          <a:p>
            <a:pPr algn="ctr"/>
            <a:r>
              <a:rPr lang="zh-CN" altLang="en-US" sz="2200" b="1" dirty="0">
                <a:solidFill>
                  <a:schemeClr val="bg1"/>
                </a:solidFill>
                <a:latin typeface="Alibaba PuHuiTi" pitchFamily="18" charset="-122"/>
                <a:ea typeface="Alibaba PuHuiTi" pitchFamily="18" charset="-122"/>
                <a:cs typeface="Alibaba PuHuiTi" pitchFamily="18" charset="-122"/>
              </a:rPr>
              <a:t>步骤一</a:t>
            </a:r>
          </a:p>
        </p:txBody>
      </p:sp>
      <p:sp>
        <p:nvSpPr>
          <p:cNvPr id="32" name="文本框 31">
            <a:extLst>
              <a:ext uri="{FF2B5EF4-FFF2-40B4-BE49-F238E27FC236}">
                <a16:creationId xmlns:a16="http://schemas.microsoft.com/office/drawing/2014/main" id="{EE4528EC-9DED-A84D-039C-0E255EBEA76A}"/>
              </a:ext>
            </a:extLst>
          </p:cNvPr>
          <p:cNvSpPr txBox="1"/>
          <p:nvPr/>
        </p:nvSpPr>
        <p:spPr>
          <a:xfrm rot="2700000">
            <a:off x="6714168" y="2219747"/>
            <a:ext cx="939940" cy="769441"/>
          </a:xfrm>
          <a:prstGeom prst="rect">
            <a:avLst/>
          </a:prstGeom>
          <a:noFill/>
        </p:spPr>
        <p:txBody>
          <a:bodyPr wrap="square">
            <a:spAutoFit/>
          </a:bodyPr>
          <a:lstStyle/>
          <a:p>
            <a:pPr algn="ctr"/>
            <a:r>
              <a:rPr lang="zh-CN" altLang="en-US" sz="2200" b="1" dirty="0">
                <a:solidFill>
                  <a:schemeClr val="bg1"/>
                </a:solidFill>
                <a:latin typeface="Alibaba PuHuiTi" pitchFamily="18" charset="-122"/>
                <a:ea typeface="Alibaba PuHuiTi" pitchFamily="18" charset="-122"/>
                <a:cs typeface="Alibaba PuHuiTi" pitchFamily="18" charset="-122"/>
              </a:rPr>
              <a:t>步骤二</a:t>
            </a:r>
          </a:p>
        </p:txBody>
      </p:sp>
      <p:sp>
        <p:nvSpPr>
          <p:cNvPr id="33" name="任意形状 32">
            <a:extLst>
              <a:ext uri="{FF2B5EF4-FFF2-40B4-BE49-F238E27FC236}">
                <a16:creationId xmlns:a16="http://schemas.microsoft.com/office/drawing/2014/main" id="{7A309E41-24F9-870C-806D-00EEE91E7E71}"/>
              </a:ext>
            </a:extLst>
          </p:cNvPr>
          <p:cNvSpPr/>
          <p:nvPr/>
        </p:nvSpPr>
        <p:spPr>
          <a:xfrm>
            <a:off x="238125" y="1544990"/>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6" name="任意形状 35">
            <a:extLst>
              <a:ext uri="{FF2B5EF4-FFF2-40B4-BE49-F238E27FC236}">
                <a16:creationId xmlns:a16="http://schemas.microsoft.com/office/drawing/2014/main" id="{53937B4A-3CEA-9B2C-9FBB-7660B37C8B64}"/>
              </a:ext>
            </a:extLst>
          </p:cNvPr>
          <p:cNvSpPr/>
          <p:nvPr/>
        </p:nvSpPr>
        <p:spPr>
          <a:xfrm>
            <a:off x="374441" y="1739299"/>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39" name="TextBox 161">
            <a:extLst>
              <a:ext uri="{FF2B5EF4-FFF2-40B4-BE49-F238E27FC236}">
                <a16:creationId xmlns:a16="http://schemas.microsoft.com/office/drawing/2014/main" id="{59197112-7716-7570-7584-D884F09BB357}"/>
              </a:ext>
            </a:extLst>
          </p:cNvPr>
          <p:cNvSpPr txBox="1"/>
          <p:nvPr/>
        </p:nvSpPr>
        <p:spPr>
          <a:xfrm>
            <a:off x="933469" y="179798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步骤一标题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40" name="TextBox 47">
            <a:extLst>
              <a:ext uri="{FF2B5EF4-FFF2-40B4-BE49-F238E27FC236}">
                <a16:creationId xmlns:a16="http://schemas.microsoft.com/office/drawing/2014/main" id="{6519A5C8-FB25-FD29-7162-95685610F318}"/>
              </a:ext>
            </a:extLst>
          </p:cNvPr>
          <p:cNvSpPr txBox="1"/>
          <p:nvPr/>
        </p:nvSpPr>
        <p:spPr>
          <a:xfrm>
            <a:off x="418296" y="2214301"/>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步骤一内容内容内容内容内容内容内容内容</a:t>
            </a:r>
          </a:p>
        </p:txBody>
      </p:sp>
      <p:cxnSp>
        <p:nvCxnSpPr>
          <p:cNvPr id="49" name="曲线连接符 48">
            <a:extLst>
              <a:ext uri="{FF2B5EF4-FFF2-40B4-BE49-F238E27FC236}">
                <a16:creationId xmlns:a16="http://schemas.microsoft.com/office/drawing/2014/main" id="{89129FFB-A8E6-DB6C-88F7-9DDABC6FD53A}"/>
              </a:ext>
            </a:extLst>
          </p:cNvPr>
          <p:cNvCxnSpPr>
            <a:cxnSpLocks/>
            <a:stCxn id="39" idx="3"/>
            <a:endCxn id="31" idx="0"/>
          </p:cNvCxnSpPr>
          <p:nvPr/>
        </p:nvCxnSpPr>
        <p:spPr>
          <a:xfrm>
            <a:off x="3227276" y="1982646"/>
            <a:ext cx="1519990" cy="349783"/>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50" name="任意形状 49">
            <a:extLst>
              <a:ext uri="{FF2B5EF4-FFF2-40B4-BE49-F238E27FC236}">
                <a16:creationId xmlns:a16="http://schemas.microsoft.com/office/drawing/2014/main" id="{48AC0223-254D-880B-CFE6-0CEB2F267C9C}"/>
              </a:ext>
            </a:extLst>
          </p:cNvPr>
          <p:cNvSpPr/>
          <p:nvPr/>
        </p:nvSpPr>
        <p:spPr>
          <a:xfrm>
            <a:off x="238125" y="4142957"/>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4E8559D4-0569-5A15-0672-874516AA09E3}"/>
              </a:ext>
            </a:extLst>
          </p:cNvPr>
          <p:cNvSpPr/>
          <p:nvPr/>
        </p:nvSpPr>
        <p:spPr>
          <a:xfrm>
            <a:off x="374441" y="4337266"/>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52" name="TextBox 161">
            <a:extLst>
              <a:ext uri="{FF2B5EF4-FFF2-40B4-BE49-F238E27FC236}">
                <a16:creationId xmlns:a16="http://schemas.microsoft.com/office/drawing/2014/main" id="{4D49732F-1D0A-131A-EB48-CF160D1714DB}"/>
              </a:ext>
            </a:extLst>
          </p:cNvPr>
          <p:cNvSpPr txBox="1"/>
          <p:nvPr/>
        </p:nvSpPr>
        <p:spPr>
          <a:xfrm>
            <a:off x="933469" y="4395947"/>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步骤四标题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53" name="TextBox 47">
            <a:extLst>
              <a:ext uri="{FF2B5EF4-FFF2-40B4-BE49-F238E27FC236}">
                <a16:creationId xmlns:a16="http://schemas.microsoft.com/office/drawing/2014/main" id="{16A56D83-1B9B-7232-3337-7CEE3DF9A36D}"/>
              </a:ext>
            </a:extLst>
          </p:cNvPr>
          <p:cNvSpPr txBox="1"/>
          <p:nvPr/>
        </p:nvSpPr>
        <p:spPr>
          <a:xfrm>
            <a:off x="418296" y="4812268"/>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步骤四内容内容内容内容内容内容内容内容</a:t>
            </a:r>
          </a:p>
        </p:txBody>
      </p:sp>
      <p:cxnSp>
        <p:nvCxnSpPr>
          <p:cNvPr id="58" name="曲线连接符 57">
            <a:extLst>
              <a:ext uri="{FF2B5EF4-FFF2-40B4-BE49-F238E27FC236}">
                <a16:creationId xmlns:a16="http://schemas.microsoft.com/office/drawing/2014/main" id="{2AB3FA74-EB21-2798-AC15-2C90EB227507}"/>
              </a:ext>
            </a:extLst>
          </p:cNvPr>
          <p:cNvCxnSpPr>
            <a:cxnSpLocks/>
          </p:cNvCxnSpPr>
          <p:nvPr/>
        </p:nvCxnSpPr>
        <p:spPr>
          <a:xfrm flipV="1">
            <a:off x="3196981" y="4913130"/>
            <a:ext cx="1639686"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cxnSp>
        <p:nvCxnSpPr>
          <p:cNvPr id="896" name="曲线连接符 895">
            <a:extLst>
              <a:ext uri="{FF2B5EF4-FFF2-40B4-BE49-F238E27FC236}">
                <a16:creationId xmlns:a16="http://schemas.microsoft.com/office/drawing/2014/main" id="{EEC4B950-AB37-7F79-A155-FC7D13D1DE6E}"/>
              </a:ext>
            </a:extLst>
          </p:cNvPr>
          <p:cNvCxnSpPr>
            <a:cxnSpLocks/>
          </p:cNvCxnSpPr>
          <p:nvPr/>
        </p:nvCxnSpPr>
        <p:spPr>
          <a:xfrm flipH="1" flipV="1">
            <a:off x="7380694" y="4902338"/>
            <a:ext cx="1639686"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897" name="任意形状 896">
            <a:extLst>
              <a:ext uri="{FF2B5EF4-FFF2-40B4-BE49-F238E27FC236}">
                <a16:creationId xmlns:a16="http://schemas.microsoft.com/office/drawing/2014/main" id="{8E76754A-E23D-AFA6-144D-ECD5BF716738}"/>
              </a:ext>
            </a:extLst>
          </p:cNvPr>
          <p:cNvSpPr/>
          <p:nvPr/>
        </p:nvSpPr>
        <p:spPr>
          <a:xfrm>
            <a:off x="8806389" y="4147906"/>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98" name="任意形状 897">
            <a:extLst>
              <a:ext uri="{FF2B5EF4-FFF2-40B4-BE49-F238E27FC236}">
                <a16:creationId xmlns:a16="http://schemas.microsoft.com/office/drawing/2014/main" id="{93DC6B12-1D62-6213-5656-0265B5296626}"/>
              </a:ext>
            </a:extLst>
          </p:cNvPr>
          <p:cNvSpPr/>
          <p:nvPr/>
        </p:nvSpPr>
        <p:spPr>
          <a:xfrm>
            <a:off x="8942705" y="4342215"/>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4</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899" name="TextBox 161">
            <a:extLst>
              <a:ext uri="{FF2B5EF4-FFF2-40B4-BE49-F238E27FC236}">
                <a16:creationId xmlns:a16="http://schemas.microsoft.com/office/drawing/2014/main" id="{5BA9FDE3-DAD3-9066-BBD5-002EAE14BCD8}"/>
              </a:ext>
            </a:extLst>
          </p:cNvPr>
          <p:cNvSpPr txBox="1"/>
          <p:nvPr/>
        </p:nvSpPr>
        <p:spPr>
          <a:xfrm>
            <a:off x="9501733" y="4400896"/>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步骤三标题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900" name="TextBox 47">
            <a:extLst>
              <a:ext uri="{FF2B5EF4-FFF2-40B4-BE49-F238E27FC236}">
                <a16:creationId xmlns:a16="http://schemas.microsoft.com/office/drawing/2014/main" id="{9813D566-03B3-72FA-10F6-7451DB397DEB}"/>
              </a:ext>
            </a:extLst>
          </p:cNvPr>
          <p:cNvSpPr txBox="1"/>
          <p:nvPr/>
        </p:nvSpPr>
        <p:spPr>
          <a:xfrm>
            <a:off x="8986560" y="4817217"/>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步骤三内容内容内容内容内容内容内容内容</a:t>
            </a:r>
          </a:p>
        </p:txBody>
      </p:sp>
      <p:sp>
        <p:nvSpPr>
          <p:cNvPr id="902" name="任意形状 901">
            <a:extLst>
              <a:ext uri="{FF2B5EF4-FFF2-40B4-BE49-F238E27FC236}">
                <a16:creationId xmlns:a16="http://schemas.microsoft.com/office/drawing/2014/main" id="{BEA7AE28-14B2-F83A-3A05-86A8B2A739C3}"/>
              </a:ext>
            </a:extLst>
          </p:cNvPr>
          <p:cNvSpPr/>
          <p:nvPr/>
        </p:nvSpPr>
        <p:spPr>
          <a:xfrm>
            <a:off x="8806389" y="1544990"/>
            <a:ext cx="3124961" cy="2071703"/>
          </a:xfrm>
          <a:custGeom>
            <a:avLst/>
            <a:gdLst>
              <a:gd name="connsiteX0" fmla="*/ 0 w 3533140"/>
              <a:gd name="connsiteY0" fmla="*/ 0 h 5309870"/>
              <a:gd name="connsiteX1" fmla="*/ 3533140 w 3533140"/>
              <a:gd name="connsiteY1" fmla="*/ 0 h 5309870"/>
              <a:gd name="connsiteX2" fmla="*/ 3533140 w 3533140"/>
              <a:gd name="connsiteY2" fmla="*/ 5309870 h 5309870"/>
              <a:gd name="connsiteX3" fmla="*/ 0 w 3533140"/>
              <a:gd name="connsiteY3" fmla="*/ 5309870 h 5309870"/>
            </a:gdLst>
            <a:ahLst/>
            <a:cxnLst>
              <a:cxn ang="0">
                <a:pos x="connsiteX0" y="connsiteY0"/>
              </a:cxn>
              <a:cxn ang="0">
                <a:pos x="connsiteX1" y="connsiteY1"/>
              </a:cxn>
              <a:cxn ang="0">
                <a:pos x="connsiteX2" y="connsiteY2"/>
              </a:cxn>
              <a:cxn ang="0">
                <a:pos x="connsiteX3" y="connsiteY3"/>
              </a:cxn>
            </a:cxnLst>
            <a:rect l="l" t="t" r="r" b="b"/>
            <a:pathLst>
              <a:path w="3533140" h="5309870">
                <a:moveTo>
                  <a:pt x="0" y="0"/>
                </a:moveTo>
                <a:lnTo>
                  <a:pt x="3533140" y="0"/>
                </a:lnTo>
                <a:lnTo>
                  <a:pt x="3533140" y="5309870"/>
                </a:lnTo>
                <a:lnTo>
                  <a:pt x="0" y="5309870"/>
                </a:lnTo>
                <a:close/>
              </a:path>
            </a:pathLst>
          </a:custGeom>
          <a:solidFill>
            <a:schemeClr val="bg1">
              <a:lumMod val="95000"/>
            </a:schemeClr>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03" name="任意形状 902">
            <a:extLst>
              <a:ext uri="{FF2B5EF4-FFF2-40B4-BE49-F238E27FC236}">
                <a16:creationId xmlns:a16="http://schemas.microsoft.com/office/drawing/2014/main" id="{4D3374EF-F6AA-6DB4-6BE6-A27876DDF75E}"/>
              </a:ext>
            </a:extLst>
          </p:cNvPr>
          <p:cNvSpPr/>
          <p:nvPr/>
        </p:nvSpPr>
        <p:spPr>
          <a:xfrm>
            <a:off x="8942705" y="1739299"/>
            <a:ext cx="390267" cy="429260"/>
          </a:xfrm>
          <a:custGeom>
            <a:avLst/>
            <a:gdLst>
              <a:gd name="connsiteX0" fmla="*/ 354330 w 429294"/>
              <a:gd name="connsiteY0" fmla="*/ 429260 h 429260"/>
              <a:gd name="connsiteX1" fmla="*/ 76200 w 429294"/>
              <a:gd name="connsiteY1" fmla="*/ 429260 h 429260"/>
              <a:gd name="connsiteX2" fmla="*/ 0 w 429294"/>
              <a:gd name="connsiteY2" fmla="*/ 353060 h 429260"/>
              <a:gd name="connsiteX3" fmla="*/ 0 w 429294"/>
              <a:gd name="connsiteY3" fmla="*/ 76200 h 429260"/>
              <a:gd name="connsiteX4" fmla="*/ 76200 w 429294"/>
              <a:gd name="connsiteY4" fmla="*/ 0 h 429260"/>
              <a:gd name="connsiteX5" fmla="*/ 353060 w 429294"/>
              <a:gd name="connsiteY5" fmla="*/ 0 h 429260"/>
              <a:gd name="connsiteX6" fmla="*/ 429260 w 429294"/>
              <a:gd name="connsiteY6" fmla="*/ 76200 h 429260"/>
              <a:gd name="connsiteX7" fmla="*/ 429260 w 429294"/>
              <a:gd name="connsiteY7" fmla="*/ 353060 h 429260"/>
              <a:gd name="connsiteX8" fmla="*/ 354330 w 429294"/>
              <a:gd name="connsiteY8" fmla="*/ 429260 h 42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294" h="429260">
                <a:moveTo>
                  <a:pt x="354330" y="429260"/>
                </a:moveTo>
                <a:lnTo>
                  <a:pt x="76200" y="429260"/>
                </a:lnTo>
                <a:cubicBezTo>
                  <a:pt x="34290" y="429260"/>
                  <a:pt x="0" y="394970"/>
                  <a:pt x="0" y="353060"/>
                </a:cubicBezTo>
                <a:lnTo>
                  <a:pt x="0" y="76200"/>
                </a:lnTo>
                <a:cubicBezTo>
                  <a:pt x="0" y="34290"/>
                  <a:pt x="34290" y="0"/>
                  <a:pt x="76200" y="0"/>
                </a:cubicBezTo>
                <a:lnTo>
                  <a:pt x="353060" y="0"/>
                </a:lnTo>
                <a:cubicBezTo>
                  <a:pt x="394970" y="0"/>
                  <a:pt x="429260" y="34290"/>
                  <a:pt x="429260" y="76200"/>
                </a:cubicBezTo>
                <a:lnTo>
                  <a:pt x="429260" y="353060"/>
                </a:lnTo>
                <a:cubicBezTo>
                  <a:pt x="430530" y="394970"/>
                  <a:pt x="396240" y="429260"/>
                  <a:pt x="354330" y="42926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904" name="TextBox 161">
            <a:extLst>
              <a:ext uri="{FF2B5EF4-FFF2-40B4-BE49-F238E27FC236}">
                <a16:creationId xmlns:a16="http://schemas.microsoft.com/office/drawing/2014/main" id="{FDBE573C-5169-4678-EEE8-E4188735DCEB}"/>
              </a:ext>
            </a:extLst>
          </p:cNvPr>
          <p:cNvSpPr txBox="1"/>
          <p:nvPr/>
        </p:nvSpPr>
        <p:spPr>
          <a:xfrm>
            <a:off x="9501733" y="1797980"/>
            <a:ext cx="2293807" cy="369332"/>
          </a:xfrm>
          <a:prstGeom prst="rect">
            <a:avLst/>
          </a:prstGeom>
          <a:noFill/>
        </p:spPr>
        <p:txBody>
          <a:bodyPr wrap="square" rtlCol="0">
            <a:spAutoFit/>
          </a:bodyPr>
          <a:lstStyle/>
          <a:p>
            <a:r>
              <a:rPr lang="zh-CN" altLang="en-US" b="1" dirty="0">
                <a:solidFill>
                  <a:schemeClr val="accent1"/>
                </a:solidFill>
                <a:latin typeface="Alibaba PuHuiTi" pitchFamily="18" charset="-122"/>
                <a:ea typeface="Alibaba PuHuiTi" pitchFamily="18" charset="-122"/>
                <a:cs typeface="Alibaba PuHuiTi" pitchFamily="18" charset="-122"/>
              </a:rPr>
              <a:t>步骤二标题</a:t>
            </a:r>
            <a:endParaRPr lang="id-ID" b="1" dirty="0">
              <a:solidFill>
                <a:schemeClr val="accent1"/>
              </a:solidFill>
              <a:latin typeface="Alibaba PuHuiTi" pitchFamily="18" charset="-122"/>
              <a:ea typeface="Alibaba PuHuiTi" pitchFamily="18" charset="-122"/>
              <a:cs typeface="Alibaba PuHuiTi" pitchFamily="18" charset="-122"/>
            </a:endParaRPr>
          </a:p>
        </p:txBody>
      </p:sp>
      <p:sp>
        <p:nvSpPr>
          <p:cNvPr id="905" name="TextBox 47">
            <a:extLst>
              <a:ext uri="{FF2B5EF4-FFF2-40B4-BE49-F238E27FC236}">
                <a16:creationId xmlns:a16="http://schemas.microsoft.com/office/drawing/2014/main" id="{136A6004-C40B-93EB-80B2-B0B30B4791FC}"/>
              </a:ext>
            </a:extLst>
          </p:cNvPr>
          <p:cNvSpPr txBox="1"/>
          <p:nvPr/>
        </p:nvSpPr>
        <p:spPr>
          <a:xfrm>
            <a:off x="8986560" y="2214301"/>
            <a:ext cx="2778685" cy="301557"/>
          </a:xfrm>
          <a:prstGeom prst="rect">
            <a:avLst/>
          </a:prstGeom>
          <a:noFill/>
        </p:spPr>
        <p:txBody>
          <a:bodyPr wrap="square" rtlCol="0" anchor="t">
            <a:spAutoFit/>
          </a:bodyPr>
          <a:lstStyle/>
          <a:p>
            <a:pPr algn="just">
              <a:lnSpc>
                <a:spcPct val="150000"/>
              </a:lnSpc>
            </a:pPr>
            <a:r>
              <a:rPr lang="zh-CN" altLang="en-US" sz="1000" dirty="0">
                <a:latin typeface="Alibaba PuHuiTi" pitchFamily="18" charset="-122"/>
                <a:ea typeface="Alibaba PuHuiTi" pitchFamily="18" charset="-122"/>
                <a:cs typeface="Alibaba PuHuiTi" pitchFamily="18" charset="-122"/>
              </a:rPr>
              <a:t>步骤二内容内容内容内容内容内容内容内容</a:t>
            </a:r>
          </a:p>
        </p:txBody>
      </p:sp>
      <p:cxnSp>
        <p:nvCxnSpPr>
          <p:cNvPr id="907" name="曲线连接符 906">
            <a:extLst>
              <a:ext uri="{FF2B5EF4-FFF2-40B4-BE49-F238E27FC236}">
                <a16:creationId xmlns:a16="http://schemas.microsoft.com/office/drawing/2014/main" id="{3DD747FC-D580-EC6C-42FF-E4EA64578F81}"/>
              </a:ext>
            </a:extLst>
          </p:cNvPr>
          <p:cNvCxnSpPr>
            <a:cxnSpLocks/>
          </p:cNvCxnSpPr>
          <p:nvPr/>
        </p:nvCxnSpPr>
        <p:spPr>
          <a:xfrm flipH="1">
            <a:off x="7389565" y="1979561"/>
            <a:ext cx="1490624" cy="469480"/>
          </a:xfrm>
          <a:prstGeom prst="curvedConnector2">
            <a:avLst/>
          </a:prstGeom>
          <a:ln w="12700" cap="rnd" cmpd="sng">
            <a:solidFill>
              <a:schemeClr val="bg2"/>
            </a:solidFill>
            <a:prstDash val="lgDashDotDot"/>
            <a:round/>
            <a:tailEnd type="none" w="sm" len="sm"/>
          </a:ln>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F287244B-1E2B-03F5-D031-BEC028676EE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a:extLst>
              <a:ext uri="{FF2B5EF4-FFF2-40B4-BE49-F238E27FC236}">
                <a16:creationId xmlns:a16="http://schemas.microsoft.com/office/drawing/2014/main" id="{7ECD3CF0-CC01-2544-CA93-E088055E26D3}"/>
              </a:ext>
            </a:extLst>
          </p:cNvPr>
          <p:cNvSpPr/>
          <p:nvPr/>
        </p:nvSpPr>
        <p:spPr>
          <a:xfrm>
            <a:off x="1059236" y="2334281"/>
            <a:ext cx="3127439" cy="2716891"/>
          </a:xfrm>
          <a:custGeom>
            <a:avLst/>
            <a:gdLst>
              <a:gd name="connsiteX0" fmla="*/ 1958340 w 3916680"/>
              <a:gd name="connsiteY0" fmla="*/ 0 h 3390900"/>
              <a:gd name="connsiteX1" fmla="*/ 0 w 3916680"/>
              <a:gd name="connsiteY1" fmla="*/ 3390900 h 3390900"/>
              <a:gd name="connsiteX2" fmla="*/ 3916680 w 3916680"/>
              <a:gd name="connsiteY2" fmla="*/ 3390900 h 3390900"/>
            </a:gdLst>
            <a:ahLst/>
            <a:cxnLst>
              <a:cxn ang="0">
                <a:pos x="connsiteX0" y="connsiteY0"/>
              </a:cxn>
              <a:cxn ang="0">
                <a:pos x="connsiteX1" y="connsiteY1"/>
              </a:cxn>
              <a:cxn ang="0">
                <a:pos x="connsiteX2" y="connsiteY2"/>
              </a:cxn>
            </a:cxnLst>
            <a:rect l="l" t="t" r="r" b="b"/>
            <a:pathLst>
              <a:path w="3916680" h="3390900">
                <a:moveTo>
                  <a:pt x="1958340" y="0"/>
                </a:moveTo>
                <a:lnTo>
                  <a:pt x="0" y="3390900"/>
                </a:lnTo>
                <a:lnTo>
                  <a:pt x="3916680" y="3390900"/>
                </a:lnTo>
                <a:close/>
              </a:path>
            </a:pathLst>
          </a:custGeom>
          <a:solidFill>
            <a:schemeClr val="bg2"/>
          </a:solidFill>
          <a:ln w="17295" cap="flat">
            <a:noFill/>
            <a:prstDash val="solid"/>
            <a:miter/>
          </a:ln>
          <a:effectLst>
            <a:innerShdw blurRad="261352">
              <a:schemeClr val="bg1">
                <a:lumMod val="65000"/>
              </a:schemeClr>
            </a:innerShdw>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1237035F-0E23-8011-7E49-A82FE0805E3E}"/>
              </a:ext>
            </a:extLst>
          </p:cNvPr>
          <p:cNvSpPr/>
          <p:nvPr/>
        </p:nvSpPr>
        <p:spPr>
          <a:xfrm>
            <a:off x="1863407" y="1572127"/>
            <a:ext cx="1519099" cy="1524308"/>
          </a:xfrm>
          <a:custGeom>
            <a:avLst/>
            <a:gdLst>
              <a:gd name="connsiteX0" fmla="*/ 1902460 w 1902459"/>
              <a:gd name="connsiteY0" fmla="*/ 951230 h 1902460"/>
              <a:gd name="connsiteX1" fmla="*/ 951230 w 1902459"/>
              <a:gd name="connsiteY1" fmla="*/ 1902460 h 1902460"/>
              <a:gd name="connsiteX2" fmla="*/ 0 w 1902459"/>
              <a:gd name="connsiteY2" fmla="*/ 951230 h 1902460"/>
              <a:gd name="connsiteX3" fmla="*/ 951230 w 1902459"/>
              <a:gd name="connsiteY3" fmla="*/ 0 h 1902460"/>
              <a:gd name="connsiteX4" fmla="*/ 1902460 w 1902459"/>
              <a:gd name="connsiteY4" fmla="*/ 951230 h 1902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59" h="1902460">
                <a:moveTo>
                  <a:pt x="1902460" y="951230"/>
                </a:moveTo>
                <a:cubicBezTo>
                  <a:pt x="1902460" y="1476580"/>
                  <a:pt x="1476580" y="1902460"/>
                  <a:pt x="951230" y="1902460"/>
                </a:cubicBezTo>
                <a:cubicBezTo>
                  <a:pt x="425881" y="1902460"/>
                  <a:pt x="0" y="1476580"/>
                  <a:pt x="0" y="951230"/>
                </a:cubicBezTo>
                <a:cubicBezTo>
                  <a:pt x="0" y="425880"/>
                  <a:pt x="425881" y="0"/>
                  <a:pt x="951230" y="0"/>
                </a:cubicBezTo>
                <a:cubicBezTo>
                  <a:pt x="1476580" y="0"/>
                  <a:pt x="1902460" y="425880"/>
                  <a:pt x="1902460" y="951230"/>
                </a:cubicBezTo>
                <a:close/>
              </a:path>
            </a:pathLst>
          </a:custGeom>
          <a:solidFill>
            <a:schemeClr val="accent1"/>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BCFA6FF4-3DD5-1C3E-8468-1B8C84AB1F2C}"/>
              </a:ext>
            </a:extLst>
          </p:cNvPr>
          <p:cNvSpPr/>
          <p:nvPr/>
        </p:nvSpPr>
        <p:spPr>
          <a:xfrm>
            <a:off x="299687" y="4289018"/>
            <a:ext cx="1519100" cy="1524307"/>
          </a:xfrm>
          <a:custGeom>
            <a:avLst/>
            <a:gdLst>
              <a:gd name="connsiteX0" fmla="*/ 1902460 w 1902460"/>
              <a:gd name="connsiteY0" fmla="*/ 951230 h 1902459"/>
              <a:gd name="connsiteX1" fmla="*/ 951230 w 1902460"/>
              <a:gd name="connsiteY1" fmla="*/ 1902460 h 1902459"/>
              <a:gd name="connsiteX2" fmla="*/ 0 w 1902460"/>
              <a:gd name="connsiteY2" fmla="*/ 951230 h 1902459"/>
              <a:gd name="connsiteX3" fmla="*/ 951230 w 1902460"/>
              <a:gd name="connsiteY3" fmla="*/ 0 h 1902459"/>
              <a:gd name="connsiteX4" fmla="*/ 1902460 w 1902460"/>
              <a:gd name="connsiteY4" fmla="*/ 951230 h 1902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60" h="1902459">
                <a:moveTo>
                  <a:pt x="1902460" y="951230"/>
                </a:moveTo>
                <a:cubicBezTo>
                  <a:pt x="1902460" y="1476580"/>
                  <a:pt x="1476580" y="1902460"/>
                  <a:pt x="951230" y="1902460"/>
                </a:cubicBezTo>
                <a:cubicBezTo>
                  <a:pt x="425881" y="1902460"/>
                  <a:pt x="0" y="1476580"/>
                  <a:pt x="0" y="951230"/>
                </a:cubicBezTo>
                <a:cubicBezTo>
                  <a:pt x="0" y="425880"/>
                  <a:pt x="425881" y="0"/>
                  <a:pt x="951230" y="0"/>
                </a:cubicBezTo>
                <a:cubicBezTo>
                  <a:pt x="1476580" y="0"/>
                  <a:pt x="1902460" y="425880"/>
                  <a:pt x="1902460" y="951230"/>
                </a:cubicBezTo>
                <a:close/>
              </a:path>
            </a:pathLst>
          </a:custGeom>
          <a:solidFill>
            <a:schemeClr val="accent2"/>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5C668AAC-B8EA-58F1-C587-0BA27F0CA86F}"/>
              </a:ext>
            </a:extLst>
          </p:cNvPr>
          <p:cNvSpPr/>
          <p:nvPr/>
        </p:nvSpPr>
        <p:spPr>
          <a:xfrm>
            <a:off x="3427126" y="4289018"/>
            <a:ext cx="1519099" cy="1524307"/>
          </a:xfrm>
          <a:custGeom>
            <a:avLst/>
            <a:gdLst>
              <a:gd name="connsiteX0" fmla="*/ 1902460 w 1902459"/>
              <a:gd name="connsiteY0" fmla="*/ 951230 h 1902459"/>
              <a:gd name="connsiteX1" fmla="*/ 951229 w 1902459"/>
              <a:gd name="connsiteY1" fmla="*/ 1902460 h 1902459"/>
              <a:gd name="connsiteX2" fmla="*/ -1 w 1902459"/>
              <a:gd name="connsiteY2" fmla="*/ 951230 h 1902459"/>
              <a:gd name="connsiteX3" fmla="*/ 951229 w 1902459"/>
              <a:gd name="connsiteY3" fmla="*/ 0 h 1902459"/>
              <a:gd name="connsiteX4" fmla="*/ 1902460 w 1902459"/>
              <a:gd name="connsiteY4" fmla="*/ 951230 h 1902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2459" h="1902459">
                <a:moveTo>
                  <a:pt x="1902460" y="951230"/>
                </a:moveTo>
                <a:cubicBezTo>
                  <a:pt x="1902460" y="1476580"/>
                  <a:pt x="1476580" y="1902460"/>
                  <a:pt x="951229" y="1902460"/>
                </a:cubicBezTo>
                <a:cubicBezTo>
                  <a:pt x="425879" y="1902460"/>
                  <a:pt x="-1" y="1476580"/>
                  <a:pt x="-1" y="951230"/>
                </a:cubicBezTo>
                <a:cubicBezTo>
                  <a:pt x="-1" y="425880"/>
                  <a:pt x="425879" y="0"/>
                  <a:pt x="951229" y="0"/>
                </a:cubicBezTo>
                <a:cubicBezTo>
                  <a:pt x="1476580" y="0"/>
                  <a:pt x="1902460" y="425880"/>
                  <a:pt x="1902460" y="951230"/>
                </a:cubicBezTo>
                <a:close/>
              </a:path>
            </a:pathLst>
          </a:custGeom>
          <a:solidFill>
            <a:schemeClr val="accent3"/>
          </a:solidFill>
          <a:ln w="1729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文本框 8">
            <a:extLst>
              <a:ext uri="{FF2B5EF4-FFF2-40B4-BE49-F238E27FC236}">
                <a16:creationId xmlns:a16="http://schemas.microsoft.com/office/drawing/2014/main" id="{3DC9B7B5-8DBD-9CA8-791D-58B76FD16532}"/>
              </a:ext>
            </a:extLst>
          </p:cNvPr>
          <p:cNvSpPr txBox="1"/>
          <p:nvPr/>
        </p:nvSpPr>
        <p:spPr>
          <a:xfrm>
            <a:off x="1873888" y="3524249"/>
            <a:ext cx="1497875" cy="1077218"/>
          </a:xfrm>
          <a:prstGeom prst="rect">
            <a:avLst/>
          </a:prstGeom>
          <a:noFill/>
        </p:spPr>
        <p:txBody>
          <a:bodyPr wrap="square" rtlCol="0">
            <a:spAutoFit/>
          </a:bodyPr>
          <a:lstStyle/>
          <a:p>
            <a:pPr algn="ctr"/>
            <a:r>
              <a:rPr kumimoji="1" lang="zh-CN" altLang="en-US" sz="3200" b="1" dirty="0">
                <a:solidFill>
                  <a:schemeClr val="accent1"/>
                </a:solidFill>
                <a:latin typeface="Alibaba PuHuiTi" pitchFamily="18" charset="-122"/>
                <a:ea typeface="Alibaba PuHuiTi" pitchFamily="18" charset="-122"/>
                <a:cs typeface="Alibaba PuHuiTi" pitchFamily="18" charset="-122"/>
              </a:rPr>
              <a:t>核心表述</a:t>
            </a:r>
            <a:endParaRPr kumimoji="1" lang="en-US" altLang="zh-CN" sz="3200" b="1" dirty="0">
              <a:solidFill>
                <a:schemeClr val="accent1"/>
              </a:solidFill>
              <a:latin typeface="Alibaba PuHuiTi" pitchFamily="18" charset="-122"/>
              <a:ea typeface="Alibaba PuHuiTi" pitchFamily="18" charset="-122"/>
              <a:cs typeface="Alibaba PuHuiTi" pitchFamily="18" charset="-122"/>
            </a:endParaRPr>
          </a:p>
        </p:txBody>
      </p:sp>
      <p:sp>
        <p:nvSpPr>
          <p:cNvPr id="29" name="文本框 28">
            <a:extLst>
              <a:ext uri="{FF2B5EF4-FFF2-40B4-BE49-F238E27FC236}">
                <a16:creationId xmlns:a16="http://schemas.microsoft.com/office/drawing/2014/main" id="{A86549EC-D33A-36CF-C24B-4B42A2278290}"/>
              </a:ext>
            </a:extLst>
          </p:cNvPr>
          <p:cNvSpPr txBox="1"/>
          <p:nvPr/>
        </p:nvSpPr>
        <p:spPr>
          <a:xfrm>
            <a:off x="240632" y="5085089"/>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30" name="Freeform 51">
            <a:extLst>
              <a:ext uri="{FF2B5EF4-FFF2-40B4-BE49-F238E27FC236}">
                <a16:creationId xmlns:a16="http://schemas.microsoft.com/office/drawing/2014/main" id="{F77F73DD-AC44-BCF6-4F89-2272EDED642E}"/>
              </a:ext>
            </a:extLst>
          </p:cNvPr>
          <p:cNvSpPr>
            <a:spLocks noChangeArrowheads="1"/>
          </p:cNvSpPr>
          <p:nvPr/>
        </p:nvSpPr>
        <p:spPr bwMode="auto">
          <a:xfrm>
            <a:off x="903203" y="4641693"/>
            <a:ext cx="301690" cy="353603"/>
          </a:xfrm>
          <a:custGeom>
            <a:avLst/>
            <a:gdLst>
              <a:gd name="T0" fmla="*/ 875 w 1051"/>
              <a:gd name="T1" fmla="*/ 814 h 1225"/>
              <a:gd name="T2" fmla="*/ 875 w 1051"/>
              <a:gd name="T3" fmla="*/ 762 h 1225"/>
              <a:gd name="T4" fmla="*/ 525 w 1051"/>
              <a:gd name="T5" fmla="*/ 582 h 1225"/>
              <a:gd name="T6" fmla="*/ 175 w 1051"/>
              <a:gd name="T7" fmla="*/ 762 h 1225"/>
              <a:gd name="T8" fmla="*/ 175 w 1051"/>
              <a:gd name="T9" fmla="*/ 814 h 1225"/>
              <a:gd name="T10" fmla="*/ 875 w 1051"/>
              <a:gd name="T11" fmla="*/ 814 h 1225"/>
              <a:gd name="T12" fmla="*/ 525 w 1051"/>
              <a:gd name="T13" fmla="*/ 191 h 1225"/>
              <a:gd name="T14" fmla="*/ 366 w 1051"/>
              <a:gd name="T15" fmla="*/ 350 h 1225"/>
              <a:gd name="T16" fmla="*/ 525 w 1051"/>
              <a:gd name="T17" fmla="*/ 505 h 1225"/>
              <a:gd name="T18" fmla="*/ 683 w 1051"/>
              <a:gd name="T19" fmla="*/ 350 h 1225"/>
              <a:gd name="T20" fmla="*/ 525 w 1051"/>
              <a:gd name="T21" fmla="*/ 191 h 1225"/>
              <a:gd name="T22" fmla="*/ 932 w 1051"/>
              <a:gd name="T23" fmla="*/ 0 h 1225"/>
              <a:gd name="T24" fmla="*/ 1050 w 1051"/>
              <a:gd name="T25" fmla="*/ 115 h 1225"/>
              <a:gd name="T26" fmla="*/ 1050 w 1051"/>
              <a:gd name="T27" fmla="*/ 932 h 1225"/>
              <a:gd name="T28" fmla="*/ 932 w 1051"/>
              <a:gd name="T29" fmla="*/ 1049 h 1225"/>
              <a:gd name="T30" fmla="*/ 700 w 1051"/>
              <a:gd name="T31" fmla="*/ 1049 h 1225"/>
              <a:gd name="T32" fmla="*/ 525 w 1051"/>
              <a:gd name="T33" fmla="*/ 1224 h 1225"/>
              <a:gd name="T34" fmla="*/ 350 w 1051"/>
              <a:gd name="T35" fmla="*/ 1049 h 1225"/>
              <a:gd name="T36" fmla="*/ 118 w 1051"/>
              <a:gd name="T37" fmla="*/ 1049 h 1225"/>
              <a:gd name="T38" fmla="*/ 0 w 1051"/>
              <a:gd name="T39" fmla="*/ 932 h 1225"/>
              <a:gd name="T40" fmla="*/ 0 w 1051"/>
              <a:gd name="T41" fmla="*/ 115 h 1225"/>
              <a:gd name="T42" fmla="*/ 118 w 1051"/>
              <a:gd name="T43" fmla="*/ 0 h 1225"/>
              <a:gd name="T44" fmla="*/ 932 w 1051"/>
              <a:gd name="T45" fmla="*/ 0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1" h="1225">
                <a:moveTo>
                  <a:pt x="875" y="814"/>
                </a:moveTo>
                <a:lnTo>
                  <a:pt x="875" y="762"/>
                </a:lnTo>
                <a:cubicBezTo>
                  <a:pt x="875" y="645"/>
                  <a:pt x="643" y="582"/>
                  <a:pt x="525" y="582"/>
                </a:cubicBezTo>
                <a:cubicBezTo>
                  <a:pt x="408" y="582"/>
                  <a:pt x="175" y="645"/>
                  <a:pt x="175" y="762"/>
                </a:cubicBezTo>
                <a:lnTo>
                  <a:pt x="175" y="814"/>
                </a:lnTo>
                <a:lnTo>
                  <a:pt x="875" y="814"/>
                </a:lnTo>
                <a:close/>
                <a:moveTo>
                  <a:pt x="525" y="191"/>
                </a:moveTo>
                <a:cubicBezTo>
                  <a:pt x="438" y="191"/>
                  <a:pt x="366" y="263"/>
                  <a:pt x="366" y="350"/>
                </a:cubicBezTo>
                <a:cubicBezTo>
                  <a:pt x="366" y="438"/>
                  <a:pt x="438" y="505"/>
                  <a:pt x="525" y="505"/>
                </a:cubicBezTo>
                <a:cubicBezTo>
                  <a:pt x="612" y="505"/>
                  <a:pt x="683" y="438"/>
                  <a:pt x="683" y="350"/>
                </a:cubicBezTo>
                <a:cubicBezTo>
                  <a:pt x="683" y="263"/>
                  <a:pt x="612" y="191"/>
                  <a:pt x="525" y="191"/>
                </a:cubicBezTo>
                <a:close/>
                <a:moveTo>
                  <a:pt x="932" y="0"/>
                </a:moveTo>
                <a:cubicBezTo>
                  <a:pt x="995" y="0"/>
                  <a:pt x="1050" y="52"/>
                  <a:pt x="1050" y="115"/>
                </a:cubicBezTo>
                <a:lnTo>
                  <a:pt x="1050" y="932"/>
                </a:lnTo>
                <a:cubicBezTo>
                  <a:pt x="1050" y="995"/>
                  <a:pt x="995" y="1049"/>
                  <a:pt x="932" y="1049"/>
                </a:cubicBezTo>
                <a:lnTo>
                  <a:pt x="700" y="1049"/>
                </a:lnTo>
                <a:lnTo>
                  <a:pt x="525" y="1224"/>
                </a:lnTo>
                <a:lnTo>
                  <a:pt x="350" y="1049"/>
                </a:lnTo>
                <a:lnTo>
                  <a:pt x="118" y="1049"/>
                </a:lnTo>
                <a:cubicBezTo>
                  <a:pt x="52" y="1049"/>
                  <a:pt x="0" y="995"/>
                  <a:pt x="0" y="932"/>
                </a:cubicBezTo>
                <a:lnTo>
                  <a:pt x="0" y="115"/>
                </a:lnTo>
                <a:cubicBezTo>
                  <a:pt x="0" y="52"/>
                  <a:pt x="52" y="0"/>
                  <a:pt x="118" y="0"/>
                </a:cubicBezTo>
                <a:lnTo>
                  <a:pt x="932" y="0"/>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1" name="文本框 30">
            <a:extLst>
              <a:ext uri="{FF2B5EF4-FFF2-40B4-BE49-F238E27FC236}">
                <a16:creationId xmlns:a16="http://schemas.microsoft.com/office/drawing/2014/main" id="{F714321E-647C-AB84-0BF4-E3FDB9786165}"/>
              </a:ext>
            </a:extLst>
          </p:cNvPr>
          <p:cNvSpPr txBox="1"/>
          <p:nvPr/>
        </p:nvSpPr>
        <p:spPr>
          <a:xfrm>
            <a:off x="3377766" y="5085089"/>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32" name="文本框 31">
            <a:extLst>
              <a:ext uri="{FF2B5EF4-FFF2-40B4-BE49-F238E27FC236}">
                <a16:creationId xmlns:a16="http://schemas.microsoft.com/office/drawing/2014/main" id="{A11AA5BB-9CA8-80F6-F410-12163D51A1D2}"/>
              </a:ext>
            </a:extLst>
          </p:cNvPr>
          <p:cNvSpPr txBox="1"/>
          <p:nvPr/>
        </p:nvSpPr>
        <p:spPr>
          <a:xfrm>
            <a:off x="1812293" y="2353193"/>
            <a:ext cx="1627068" cy="369332"/>
          </a:xfrm>
          <a:prstGeom prst="rect">
            <a:avLst/>
          </a:prstGeom>
          <a:noFill/>
        </p:spPr>
        <p:txBody>
          <a:bodyPr wrap="square" rtlCol="0">
            <a:spAutoFit/>
          </a:bodyP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a:t>
            </a:r>
            <a:r>
              <a:rPr kumimoji="1" lang="en-US" altLang="zh-CN" b="1" dirty="0">
                <a:solidFill>
                  <a:schemeClr val="bg1"/>
                </a:solidFill>
                <a:latin typeface="Alibaba PuHuiTi" pitchFamily="18" charset="-122"/>
                <a:ea typeface="Alibaba PuHuiTi" pitchFamily="18" charset="-122"/>
                <a:cs typeface="Alibaba PuHuiTi" pitchFamily="18" charset="-122"/>
              </a:rPr>
              <a:t>/</a:t>
            </a:r>
            <a:r>
              <a:rPr kumimoji="1" lang="zh-CN" altLang="en-US" b="1" dirty="0">
                <a:solidFill>
                  <a:schemeClr val="bg1"/>
                </a:solidFill>
                <a:latin typeface="Alibaba PuHuiTi" pitchFamily="18" charset="-122"/>
                <a:ea typeface="Alibaba PuHuiTi" pitchFamily="18" charset="-122"/>
                <a:cs typeface="Alibaba PuHuiTi" pitchFamily="18" charset="-122"/>
              </a:rPr>
              <a:t>步骤</a:t>
            </a:r>
          </a:p>
        </p:txBody>
      </p:sp>
      <p:sp>
        <p:nvSpPr>
          <p:cNvPr id="33" name="Freeform 113">
            <a:extLst>
              <a:ext uri="{FF2B5EF4-FFF2-40B4-BE49-F238E27FC236}">
                <a16:creationId xmlns:a16="http://schemas.microsoft.com/office/drawing/2014/main" id="{9FD96E0B-2DAC-C5B3-96DC-361F6979BD60}"/>
              </a:ext>
            </a:extLst>
          </p:cNvPr>
          <p:cNvSpPr>
            <a:spLocks noChangeArrowheads="1"/>
          </p:cNvSpPr>
          <p:nvPr/>
        </p:nvSpPr>
        <p:spPr bwMode="auto">
          <a:xfrm>
            <a:off x="2455501" y="1920717"/>
            <a:ext cx="334648" cy="338339"/>
          </a:xfrm>
          <a:custGeom>
            <a:avLst/>
            <a:gdLst>
              <a:gd name="T0" fmla="*/ 582 w 1165"/>
              <a:gd name="T1" fmla="*/ 1057 h 1173"/>
              <a:gd name="T2" fmla="*/ 989 w 1165"/>
              <a:gd name="T3" fmla="*/ 647 h 1173"/>
              <a:gd name="T4" fmla="*/ 582 w 1165"/>
              <a:gd name="T5" fmla="*/ 241 h 1173"/>
              <a:gd name="T6" fmla="*/ 174 w 1165"/>
              <a:gd name="T7" fmla="*/ 647 h 1173"/>
              <a:gd name="T8" fmla="*/ 582 w 1165"/>
              <a:gd name="T9" fmla="*/ 1057 h 1173"/>
              <a:gd name="T10" fmla="*/ 582 w 1165"/>
              <a:gd name="T11" fmla="*/ 123 h 1173"/>
              <a:gd name="T12" fmla="*/ 1106 w 1165"/>
              <a:gd name="T13" fmla="*/ 647 h 1173"/>
              <a:gd name="T14" fmla="*/ 582 w 1165"/>
              <a:gd name="T15" fmla="*/ 1172 h 1173"/>
              <a:gd name="T16" fmla="*/ 57 w 1165"/>
              <a:gd name="T17" fmla="*/ 647 h 1173"/>
              <a:gd name="T18" fmla="*/ 582 w 1165"/>
              <a:gd name="T19" fmla="*/ 123 h 1173"/>
              <a:gd name="T20" fmla="*/ 612 w 1165"/>
              <a:gd name="T21" fmla="*/ 358 h 1173"/>
              <a:gd name="T22" fmla="*/ 612 w 1165"/>
              <a:gd name="T23" fmla="*/ 664 h 1173"/>
              <a:gd name="T24" fmla="*/ 844 w 1165"/>
              <a:gd name="T25" fmla="*/ 800 h 1173"/>
              <a:gd name="T26" fmla="*/ 800 w 1165"/>
              <a:gd name="T27" fmla="*/ 871 h 1173"/>
              <a:gd name="T28" fmla="*/ 524 w 1165"/>
              <a:gd name="T29" fmla="*/ 707 h 1173"/>
              <a:gd name="T30" fmla="*/ 524 w 1165"/>
              <a:gd name="T31" fmla="*/ 358 h 1173"/>
              <a:gd name="T32" fmla="*/ 612 w 1165"/>
              <a:gd name="T33" fmla="*/ 358 h 1173"/>
              <a:gd name="T34" fmla="*/ 341 w 1165"/>
              <a:gd name="T35" fmla="*/ 88 h 1173"/>
              <a:gd name="T36" fmla="*/ 73 w 1165"/>
              <a:gd name="T37" fmla="*/ 312 h 1173"/>
              <a:gd name="T38" fmla="*/ 0 w 1165"/>
              <a:gd name="T39" fmla="*/ 225 h 1173"/>
              <a:gd name="T40" fmla="*/ 267 w 1165"/>
              <a:gd name="T41" fmla="*/ 0 h 1173"/>
              <a:gd name="T42" fmla="*/ 341 w 1165"/>
              <a:gd name="T43" fmla="*/ 88 h 1173"/>
              <a:gd name="T44" fmla="*/ 1164 w 1165"/>
              <a:gd name="T45" fmla="*/ 225 h 1173"/>
              <a:gd name="T46" fmla="*/ 1090 w 1165"/>
              <a:gd name="T47" fmla="*/ 315 h 1173"/>
              <a:gd name="T48" fmla="*/ 822 w 1165"/>
              <a:gd name="T49" fmla="*/ 88 h 1173"/>
              <a:gd name="T50" fmla="*/ 896 w 1165"/>
              <a:gd name="T51" fmla="*/ 1 h 1173"/>
              <a:gd name="T52" fmla="*/ 1164 w 1165"/>
              <a:gd name="T53" fmla="*/ 225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5" h="1173">
                <a:moveTo>
                  <a:pt x="582" y="1057"/>
                </a:moveTo>
                <a:cubicBezTo>
                  <a:pt x="808" y="1057"/>
                  <a:pt x="989" y="874"/>
                  <a:pt x="989" y="647"/>
                </a:cubicBezTo>
                <a:cubicBezTo>
                  <a:pt x="989" y="421"/>
                  <a:pt x="809" y="241"/>
                  <a:pt x="582" y="241"/>
                </a:cubicBezTo>
                <a:cubicBezTo>
                  <a:pt x="356" y="241"/>
                  <a:pt x="174" y="421"/>
                  <a:pt x="174" y="647"/>
                </a:cubicBezTo>
                <a:cubicBezTo>
                  <a:pt x="174" y="874"/>
                  <a:pt x="355" y="1057"/>
                  <a:pt x="582" y="1057"/>
                </a:cubicBezTo>
                <a:close/>
                <a:moveTo>
                  <a:pt x="582" y="123"/>
                </a:moveTo>
                <a:cubicBezTo>
                  <a:pt x="871" y="123"/>
                  <a:pt x="1106" y="358"/>
                  <a:pt x="1106" y="647"/>
                </a:cubicBezTo>
                <a:cubicBezTo>
                  <a:pt x="1106" y="937"/>
                  <a:pt x="872" y="1172"/>
                  <a:pt x="582" y="1172"/>
                </a:cubicBezTo>
                <a:cubicBezTo>
                  <a:pt x="293" y="1172"/>
                  <a:pt x="57" y="937"/>
                  <a:pt x="57" y="647"/>
                </a:cubicBezTo>
                <a:cubicBezTo>
                  <a:pt x="57" y="358"/>
                  <a:pt x="292" y="123"/>
                  <a:pt x="582" y="123"/>
                </a:cubicBezTo>
                <a:close/>
                <a:moveTo>
                  <a:pt x="612" y="358"/>
                </a:moveTo>
                <a:lnTo>
                  <a:pt x="612" y="664"/>
                </a:lnTo>
                <a:lnTo>
                  <a:pt x="844" y="800"/>
                </a:lnTo>
                <a:lnTo>
                  <a:pt x="800" y="871"/>
                </a:lnTo>
                <a:lnTo>
                  <a:pt x="524" y="707"/>
                </a:lnTo>
                <a:lnTo>
                  <a:pt x="524" y="358"/>
                </a:lnTo>
                <a:lnTo>
                  <a:pt x="612" y="358"/>
                </a:lnTo>
                <a:close/>
                <a:moveTo>
                  <a:pt x="341" y="88"/>
                </a:moveTo>
                <a:lnTo>
                  <a:pt x="73" y="312"/>
                </a:lnTo>
                <a:lnTo>
                  <a:pt x="0" y="225"/>
                </a:lnTo>
                <a:lnTo>
                  <a:pt x="267" y="0"/>
                </a:lnTo>
                <a:lnTo>
                  <a:pt x="341" y="88"/>
                </a:lnTo>
                <a:close/>
                <a:moveTo>
                  <a:pt x="1164" y="225"/>
                </a:moveTo>
                <a:lnTo>
                  <a:pt x="1090" y="315"/>
                </a:lnTo>
                <a:lnTo>
                  <a:pt x="822" y="88"/>
                </a:lnTo>
                <a:lnTo>
                  <a:pt x="896" y="1"/>
                </a:lnTo>
                <a:lnTo>
                  <a:pt x="1164" y="225"/>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34" name="Freeform 33">
            <a:extLst>
              <a:ext uri="{FF2B5EF4-FFF2-40B4-BE49-F238E27FC236}">
                <a16:creationId xmlns:a16="http://schemas.microsoft.com/office/drawing/2014/main" id="{AD96E234-034B-688C-7846-E896C853689F}"/>
              </a:ext>
            </a:extLst>
          </p:cNvPr>
          <p:cNvSpPr>
            <a:spLocks noChangeArrowheads="1"/>
          </p:cNvSpPr>
          <p:nvPr/>
        </p:nvSpPr>
        <p:spPr bwMode="auto">
          <a:xfrm>
            <a:off x="3992344" y="4678364"/>
            <a:ext cx="403099" cy="286189"/>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41" name="矩形 40">
            <a:extLst>
              <a:ext uri="{FF2B5EF4-FFF2-40B4-BE49-F238E27FC236}">
                <a16:creationId xmlns:a16="http://schemas.microsoft.com/office/drawing/2014/main" id="{B62D73A4-0D14-E223-3B0E-51013E07263A}"/>
              </a:ext>
            </a:extLst>
          </p:cNvPr>
          <p:cNvSpPr/>
          <p:nvPr/>
        </p:nvSpPr>
        <p:spPr>
          <a:xfrm>
            <a:off x="5795014" y="1279538"/>
            <a:ext cx="6014372" cy="414450"/>
          </a:xfrm>
          <a:prstGeom prst="rect">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分点标题</a:t>
            </a:r>
          </a:p>
        </p:txBody>
      </p:sp>
      <p:sp>
        <p:nvSpPr>
          <p:cNvPr id="42" name="文本框 41">
            <a:extLst>
              <a:ext uri="{FF2B5EF4-FFF2-40B4-BE49-F238E27FC236}">
                <a16:creationId xmlns:a16="http://schemas.microsoft.com/office/drawing/2014/main" id="{E70CE057-8419-4509-5F68-5A3D739A2179}"/>
              </a:ext>
            </a:extLst>
          </p:cNvPr>
          <p:cNvSpPr txBox="1"/>
          <p:nvPr/>
        </p:nvSpPr>
        <p:spPr>
          <a:xfrm>
            <a:off x="5795014" y="1761221"/>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14" name="矩形 13">
            <a:extLst>
              <a:ext uri="{FF2B5EF4-FFF2-40B4-BE49-F238E27FC236}">
                <a16:creationId xmlns:a16="http://schemas.microsoft.com/office/drawing/2014/main" id="{7FA798FE-8F46-D615-5579-5C8F746B74AC}"/>
              </a:ext>
            </a:extLst>
          </p:cNvPr>
          <p:cNvSpPr/>
          <p:nvPr/>
        </p:nvSpPr>
        <p:spPr>
          <a:xfrm>
            <a:off x="5795014" y="3051667"/>
            <a:ext cx="6014372" cy="414450"/>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时间管理技巧</a:t>
            </a:r>
          </a:p>
        </p:txBody>
      </p:sp>
      <p:sp>
        <p:nvSpPr>
          <p:cNvPr id="15" name="文本框 14">
            <a:extLst>
              <a:ext uri="{FF2B5EF4-FFF2-40B4-BE49-F238E27FC236}">
                <a16:creationId xmlns:a16="http://schemas.microsoft.com/office/drawing/2014/main" id="{9755906D-5DE3-2505-0CC8-EAC0A0850DAD}"/>
              </a:ext>
            </a:extLst>
          </p:cNvPr>
          <p:cNvSpPr txBox="1"/>
          <p:nvPr/>
        </p:nvSpPr>
        <p:spPr>
          <a:xfrm>
            <a:off x="5795014" y="3533350"/>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16" name="矩形 15">
            <a:extLst>
              <a:ext uri="{FF2B5EF4-FFF2-40B4-BE49-F238E27FC236}">
                <a16:creationId xmlns:a16="http://schemas.microsoft.com/office/drawing/2014/main" id="{3A7E020E-1F8D-092F-BE13-4C0F0079A77E}"/>
              </a:ext>
            </a:extLst>
          </p:cNvPr>
          <p:cNvSpPr/>
          <p:nvPr/>
        </p:nvSpPr>
        <p:spPr>
          <a:xfrm>
            <a:off x="5795014" y="4823797"/>
            <a:ext cx="6014372" cy="41445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chemeClr val="bg1"/>
                </a:solidFill>
                <a:latin typeface="Alibaba PuHuiTi" pitchFamily="18" charset="-122"/>
                <a:ea typeface="Alibaba PuHuiTi" pitchFamily="18" charset="-122"/>
                <a:cs typeface="Alibaba PuHuiTi" pitchFamily="18" charset="-122"/>
              </a:rPr>
              <a:t>时间管理技巧</a:t>
            </a:r>
          </a:p>
        </p:txBody>
      </p:sp>
      <p:sp>
        <p:nvSpPr>
          <p:cNvPr id="17" name="文本框 16">
            <a:extLst>
              <a:ext uri="{FF2B5EF4-FFF2-40B4-BE49-F238E27FC236}">
                <a16:creationId xmlns:a16="http://schemas.microsoft.com/office/drawing/2014/main" id="{CC07433A-FB97-7929-7878-C52F1079665D}"/>
              </a:ext>
            </a:extLst>
          </p:cNvPr>
          <p:cNvSpPr txBox="1"/>
          <p:nvPr/>
        </p:nvSpPr>
        <p:spPr>
          <a:xfrm>
            <a:off x="5795014" y="5305480"/>
            <a:ext cx="6014372" cy="910962"/>
          </a:xfrm>
          <a:prstGeom prst="rect">
            <a:avLst/>
          </a:prstGeom>
          <a:solidFill>
            <a:schemeClr val="bg1">
              <a:lumMod val="95000"/>
            </a:schemeClr>
          </a:solid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p>
        </p:txBody>
      </p:sp>
      <p:sp>
        <p:nvSpPr>
          <p:cNvPr id="18" name="文本框 17">
            <a:extLst>
              <a:ext uri="{FF2B5EF4-FFF2-40B4-BE49-F238E27FC236}">
                <a16:creationId xmlns:a16="http://schemas.microsoft.com/office/drawing/2014/main" id="{E95B7DE1-C228-BF38-8406-BD33556BA70D}"/>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形状 1">
            <a:extLst>
              <a:ext uri="{FF2B5EF4-FFF2-40B4-BE49-F238E27FC236}">
                <a16:creationId xmlns:a16="http://schemas.microsoft.com/office/drawing/2014/main" id="{62D27310-EF6B-9199-0EA3-F520AFE52B16}"/>
              </a:ext>
            </a:extLst>
          </p:cNvPr>
          <p:cNvSpPr/>
          <p:nvPr/>
        </p:nvSpPr>
        <p:spPr>
          <a:xfrm>
            <a:off x="46355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 name="任意形状 2">
            <a:extLst>
              <a:ext uri="{FF2B5EF4-FFF2-40B4-BE49-F238E27FC236}">
                <a16:creationId xmlns:a16="http://schemas.microsoft.com/office/drawing/2014/main" id="{265B8D63-30C2-2098-A73B-81D94B951C36}"/>
              </a:ext>
            </a:extLst>
          </p:cNvPr>
          <p:cNvSpPr/>
          <p:nvPr/>
        </p:nvSpPr>
        <p:spPr>
          <a:xfrm>
            <a:off x="273939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F60D29CA-EF58-2F03-F1FD-9243EAE912E2}"/>
              </a:ext>
            </a:extLst>
          </p:cNvPr>
          <p:cNvSpPr/>
          <p:nvPr/>
        </p:nvSpPr>
        <p:spPr>
          <a:xfrm>
            <a:off x="5013960" y="2594611"/>
            <a:ext cx="2164080" cy="2759710"/>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FF60612F-193A-A9B3-9C49-373A2D4F846A}"/>
              </a:ext>
            </a:extLst>
          </p:cNvPr>
          <p:cNvSpPr/>
          <p:nvPr/>
        </p:nvSpPr>
        <p:spPr>
          <a:xfrm>
            <a:off x="7289800" y="2594611"/>
            <a:ext cx="2164079" cy="2759710"/>
          </a:xfrm>
          <a:custGeom>
            <a:avLst/>
            <a:gdLst>
              <a:gd name="connsiteX0" fmla="*/ 0 w 2164079"/>
              <a:gd name="connsiteY0" fmla="*/ 0 h 2759710"/>
              <a:gd name="connsiteX1" fmla="*/ 2164080 w 2164079"/>
              <a:gd name="connsiteY1" fmla="*/ 0 h 2759710"/>
              <a:gd name="connsiteX2" fmla="*/ 2164080 w 2164079"/>
              <a:gd name="connsiteY2" fmla="*/ 2759710 h 2759710"/>
              <a:gd name="connsiteX3" fmla="*/ 0 w 2164079"/>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79"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AA805362-9A94-2706-BFD9-FA1D434D9709}"/>
              </a:ext>
            </a:extLst>
          </p:cNvPr>
          <p:cNvSpPr/>
          <p:nvPr/>
        </p:nvSpPr>
        <p:spPr>
          <a:xfrm>
            <a:off x="9565640" y="2594611"/>
            <a:ext cx="2164079" cy="2759710"/>
          </a:xfrm>
          <a:custGeom>
            <a:avLst/>
            <a:gdLst>
              <a:gd name="connsiteX0" fmla="*/ 0 w 2164079"/>
              <a:gd name="connsiteY0" fmla="*/ 0 h 2759710"/>
              <a:gd name="connsiteX1" fmla="*/ 2164081 w 2164079"/>
              <a:gd name="connsiteY1" fmla="*/ 0 h 2759710"/>
              <a:gd name="connsiteX2" fmla="*/ 2164081 w 2164079"/>
              <a:gd name="connsiteY2" fmla="*/ 2759710 h 2759710"/>
              <a:gd name="connsiteX3" fmla="*/ 0 w 2164079"/>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79" h="2759710">
                <a:moveTo>
                  <a:pt x="0" y="0"/>
                </a:moveTo>
                <a:lnTo>
                  <a:pt x="2164081" y="0"/>
                </a:lnTo>
                <a:lnTo>
                  <a:pt x="2164081" y="2759710"/>
                </a:lnTo>
                <a:lnTo>
                  <a:pt x="0" y="2759710"/>
                </a:lnTo>
                <a:close/>
              </a:path>
            </a:pathLst>
          </a:custGeom>
          <a:solidFill>
            <a:schemeClr val="bg1">
              <a:lumMod val="95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 name="矩形 8">
            <a:extLst>
              <a:ext uri="{FF2B5EF4-FFF2-40B4-BE49-F238E27FC236}">
                <a16:creationId xmlns:a16="http://schemas.microsoft.com/office/drawing/2014/main" id="{C815F708-52AE-4A5D-5F7E-FEACA90F5A23}"/>
              </a:ext>
            </a:extLst>
          </p:cNvPr>
          <p:cNvSpPr/>
          <p:nvPr/>
        </p:nvSpPr>
        <p:spPr>
          <a:xfrm>
            <a:off x="463550" y="5480051"/>
            <a:ext cx="2164080" cy="990600"/>
          </a:xfrm>
          <a:prstGeom prst="rect">
            <a:avLst/>
          </a:pr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0" name="任意形状 9">
            <a:extLst>
              <a:ext uri="{FF2B5EF4-FFF2-40B4-BE49-F238E27FC236}">
                <a16:creationId xmlns:a16="http://schemas.microsoft.com/office/drawing/2014/main" id="{8B9D7D7F-EA1D-6DF7-5EAA-649D916D6FE0}"/>
              </a:ext>
            </a:extLst>
          </p:cNvPr>
          <p:cNvSpPr/>
          <p:nvPr/>
        </p:nvSpPr>
        <p:spPr>
          <a:xfrm>
            <a:off x="589916" y="5607051"/>
            <a:ext cx="1910079" cy="736600"/>
          </a:xfrm>
          <a:custGeom>
            <a:avLst/>
            <a:gdLst>
              <a:gd name="connsiteX0" fmla="*/ 0 w 1910079"/>
              <a:gd name="connsiteY0" fmla="*/ 546100 h 736600"/>
              <a:gd name="connsiteX1" fmla="*/ 0 w 1910079"/>
              <a:gd name="connsiteY1" fmla="*/ 190500 h 736600"/>
              <a:gd name="connsiteX2" fmla="*/ 190500 w 1910079"/>
              <a:gd name="connsiteY2" fmla="*/ 0 h 736600"/>
              <a:gd name="connsiteX3" fmla="*/ 1719580 w 1910079"/>
              <a:gd name="connsiteY3" fmla="*/ 0 h 736600"/>
              <a:gd name="connsiteX4" fmla="*/ 1910080 w 1910079"/>
              <a:gd name="connsiteY4" fmla="*/ 190500 h 736600"/>
              <a:gd name="connsiteX5" fmla="*/ 1910080 w 1910079"/>
              <a:gd name="connsiteY5" fmla="*/ 546100 h 736600"/>
              <a:gd name="connsiteX6" fmla="*/ 1719580 w 1910079"/>
              <a:gd name="connsiteY6" fmla="*/ 736600 h 736600"/>
              <a:gd name="connsiteX7" fmla="*/ 190500 w 1910079"/>
              <a:gd name="connsiteY7" fmla="*/ 736600 h 736600"/>
              <a:gd name="connsiteX8" fmla="*/ 0 w 1910079"/>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79"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矩形 10">
            <a:extLst>
              <a:ext uri="{FF2B5EF4-FFF2-40B4-BE49-F238E27FC236}">
                <a16:creationId xmlns:a16="http://schemas.microsoft.com/office/drawing/2014/main" id="{38D12D4B-A6EE-C8E6-71C7-45286BF6B957}"/>
              </a:ext>
            </a:extLst>
          </p:cNvPr>
          <p:cNvSpPr/>
          <p:nvPr/>
        </p:nvSpPr>
        <p:spPr>
          <a:xfrm>
            <a:off x="2739390" y="5480051"/>
            <a:ext cx="2164080" cy="990600"/>
          </a:xfrm>
          <a:prstGeom prst="rect">
            <a:avLst/>
          </a:pr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2" name="任意形状 11">
            <a:extLst>
              <a:ext uri="{FF2B5EF4-FFF2-40B4-BE49-F238E27FC236}">
                <a16:creationId xmlns:a16="http://schemas.microsoft.com/office/drawing/2014/main" id="{D14E29D7-AE69-B222-0451-622C78A1502D}"/>
              </a:ext>
            </a:extLst>
          </p:cNvPr>
          <p:cNvSpPr/>
          <p:nvPr/>
        </p:nvSpPr>
        <p:spPr>
          <a:xfrm>
            <a:off x="2867236"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矩形 12">
            <a:extLst>
              <a:ext uri="{FF2B5EF4-FFF2-40B4-BE49-F238E27FC236}">
                <a16:creationId xmlns:a16="http://schemas.microsoft.com/office/drawing/2014/main" id="{4F1470F5-E6A5-5BB3-5A95-24FB97E5BEA2}"/>
              </a:ext>
            </a:extLst>
          </p:cNvPr>
          <p:cNvSpPr/>
          <p:nvPr/>
        </p:nvSpPr>
        <p:spPr>
          <a:xfrm>
            <a:off x="5013960" y="5480051"/>
            <a:ext cx="2164080" cy="990600"/>
          </a:xfrm>
          <a:prstGeom prst="rect">
            <a:avLst/>
          </a:pr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4" name="任意形状 13">
            <a:extLst>
              <a:ext uri="{FF2B5EF4-FFF2-40B4-BE49-F238E27FC236}">
                <a16:creationId xmlns:a16="http://schemas.microsoft.com/office/drawing/2014/main" id="{4AE03365-0C3B-E516-4848-4F96CA8BE865}"/>
              </a:ext>
            </a:extLst>
          </p:cNvPr>
          <p:cNvSpPr/>
          <p:nvPr/>
        </p:nvSpPr>
        <p:spPr>
          <a:xfrm>
            <a:off x="5138420"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636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5" name="矩形 14">
            <a:extLst>
              <a:ext uri="{FF2B5EF4-FFF2-40B4-BE49-F238E27FC236}">
                <a16:creationId xmlns:a16="http://schemas.microsoft.com/office/drawing/2014/main" id="{A8BD1D9C-97CF-2909-B4BE-11435C76F4B6}"/>
              </a:ext>
            </a:extLst>
          </p:cNvPr>
          <p:cNvSpPr/>
          <p:nvPr/>
        </p:nvSpPr>
        <p:spPr>
          <a:xfrm>
            <a:off x="7289800" y="5480051"/>
            <a:ext cx="2164079" cy="990600"/>
          </a:xfrm>
          <a:prstGeom prst="rect">
            <a:avLst/>
          </a:pr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6" name="任意形状 15">
            <a:extLst>
              <a:ext uri="{FF2B5EF4-FFF2-40B4-BE49-F238E27FC236}">
                <a16:creationId xmlns:a16="http://schemas.microsoft.com/office/drawing/2014/main" id="{B477D93D-4494-E308-6D11-59CC619F5F39}"/>
              </a:ext>
            </a:extLst>
          </p:cNvPr>
          <p:cNvSpPr/>
          <p:nvPr/>
        </p:nvSpPr>
        <p:spPr>
          <a:xfrm>
            <a:off x="7419975" y="5607051"/>
            <a:ext cx="1910080" cy="736600"/>
          </a:xfrm>
          <a:custGeom>
            <a:avLst/>
            <a:gdLst>
              <a:gd name="connsiteX0" fmla="*/ 0 w 1910080"/>
              <a:gd name="connsiteY0" fmla="*/ 546100 h 736600"/>
              <a:gd name="connsiteX1" fmla="*/ 0 w 1910080"/>
              <a:gd name="connsiteY1" fmla="*/ 190500 h 736600"/>
              <a:gd name="connsiteX2" fmla="*/ 190500 w 1910080"/>
              <a:gd name="connsiteY2" fmla="*/ 0 h 736600"/>
              <a:gd name="connsiteX3" fmla="*/ 1719580 w 1910080"/>
              <a:gd name="connsiteY3" fmla="*/ 0 h 736600"/>
              <a:gd name="connsiteX4" fmla="*/ 1910080 w 1910080"/>
              <a:gd name="connsiteY4" fmla="*/ 190500 h 736600"/>
              <a:gd name="connsiteX5" fmla="*/ 1910080 w 1910080"/>
              <a:gd name="connsiteY5" fmla="*/ 546100 h 736600"/>
              <a:gd name="connsiteX6" fmla="*/ 1719580 w 1910080"/>
              <a:gd name="connsiteY6" fmla="*/ 736600 h 736600"/>
              <a:gd name="connsiteX7" fmla="*/ 190500 w 1910080"/>
              <a:gd name="connsiteY7" fmla="*/ 736600 h 736600"/>
              <a:gd name="connsiteX8" fmla="*/ 0 w 1910080"/>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80"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7" name="矩形 16">
            <a:extLst>
              <a:ext uri="{FF2B5EF4-FFF2-40B4-BE49-F238E27FC236}">
                <a16:creationId xmlns:a16="http://schemas.microsoft.com/office/drawing/2014/main" id="{D6788A88-A8FA-C1A5-2512-4DC9009C00BF}"/>
              </a:ext>
            </a:extLst>
          </p:cNvPr>
          <p:cNvSpPr/>
          <p:nvPr/>
        </p:nvSpPr>
        <p:spPr>
          <a:xfrm>
            <a:off x="9565640" y="5480051"/>
            <a:ext cx="2164079" cy="990600"/>
          </a:xfrm>
          <a:prstGeom prst="rect">
            <a:avLst/>
          </a:pr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8" name="任意形状 17">
            <a:extLst>
              <a:ext uri="{FF2B5EF4-FFF2-40B4-BE49-F238E27FC236}">
                <a16:creationId xmlns:a16="http://schemas.microsoft.com/office/drawing/2014/main" id="{E98B924F-5DA4-C88F-E1E8-957A953316FA}"/>
              </a:ext>
            </a:extLst>
          </p:cNvPr>
          <p:cNvSpPr/>
          <p:nvPr/>
        </p:nvSpPr>
        <p:spPr>
          <a:xfrm>
            <a:off x="9691795" y="5607051"/>
            <a:ext cx="1910079" cy="736600"/>
          </a:xfrm>
          <a:custGeom>
            <a:avLst/>
            <a:gdLst>
              <a:gd name="connsiteX0" fmla="*/ 0 w 1910079"/>
              <a:gd name="connsiteY0" fmla="*/ 546100 h 736600"/>
              <a:gd name="connsiteX1" fmla="*/ 0 w 1910079"/>
              <a:gd name="connsiteY1" fmla="*/ 190500 h 736600"/>
              <a:gd name="connsiteX2" fmla="*/ 190500 w 1910079"/>
              <a:gd name="connsiteY2" fmla="*/ 0 h 736600"/>
              <a:gd name="connsiteX3" fmla="*/ 1719580 w 1910079"/>
              <a:gd name="connsiteY3" fmla="*/ 0 h 736600"/>
              <a:gd name="connsiteX4" fmla="*/ 1910080 w 1910079"/>
              <a:gd name="connsiteY4" fmla="*/ 190500 h 736600"/>
              <a:gd name="connsiteX5" fmla="*/ 1910080 w 1910079"/>
              <a:gd name="connsiteY5" fmla="*/ 546100 h 736600"/>
              <a:gd name="connsiteX6" fmla="*/ 1719580 w 1910079"/>
              <a:gd name="connsiteY6" fmla="*/ 736600 h 736600"/>
              <a:gd name="connsiteX7" fmla="*/ 190500 w 1910079"/>
              <a:gd name="connsiteY7" fmla="*/ 736600 h 736600"/>
              <a:gd name="connsiteX8" fmla="*/ 0 w 1910079"/>
              <a:gd name="connsiteY8" fmla="*/ 5461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0079" h="736600">
                <a:moveTo>
                  <a:pt x="0" y="546100"/>
                </a:moveTo>
                <a:lnTo>
                  <a:pt x="0" y="190500"/>
                </a:lnTo>
                <a:cubicBezTo>
                  <a:pt x="0" y="85090"/>
                  <a:pt x="85090" y="0"/>
                  <a:pt x="190500" y="0"/>
                </a:cubicBezTo>
                <a:lnTo>
                  <a:pt x="1719580" y="0"/>
                </a:lnTo>
                <a:cubicBezTo>
                  <a:pt x="1824990" y="0"/>
                  <a:pt x="1910080" y="85090"/>
                  <a:pt x="1910080" y="190500"/>
                </a:cubicBezTo>
                <a:lnTo>
                  <a:pt x="1910080" y="546100"/>
                </a:lnTo>
                <a:cubicBezTo>
                  <a:pt x="1910080" y="651510"/>
                  <a:pt x="1824990" y="736600"/>
                  <a:pt x="1719580" y="736600"/>
                </a:cubicBezTo>
                <a:lnTo>
                  <a:pt x="190500" y="736600"/>
                </a:lnTo>
                <a:cubicBezTo>
                  <a:pt x="85090" y="736600"/>
                  <a:pt x="0" y="651510"/>
                  <a:pt x="0" y="546100"/>
                </a:cubicBezTo>
                <a:close/>
              </a:path>
            </a:pathLst>
          </a:custGeom>
          <a:no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9" name="任意形状 18">
            <a:extLst>
              <a:ext uri="{FF2B5EF4-FFF2-40B4-BE49-F238E27FC236}">
                <a16:creationId xmlns:a16="http://schemas.microsoft.com/office/drawing/2014/main" id="{6466EDEB-6DDC-F4EA-9766-18105DE589A2}"/>
              </a:ext>
            </a:extLst>
          </p:cNvPr>
          <p:cNvSpPr/>
          <p:nvPr/>
        </p:nvSpPr>
        <p:spPr>
          <a:xfrm>
            <a:off x="46355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0" name="任意形状 19">
            <a:extLst>
              <a:ext uri="{FF2B5EF4-FFF2-40B4-BE49-F238E27FC236}">
                <a16:creationId xmlns:a16="http://schemas.microsoft.com/office/drawing/2014/main" id="{0C8231BB-7687-F9B3-5FC3-1F92264BF669}"/>
              </a:ext>
            </a:extLst>
          </p:cNvPr>
          <p:cNvSpPr/>
          <p:nvPr/>
        </p:nvSpPr>
        <p:spPr>
          <a:xfrm>
            <a:off x="273939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1" name="任意形状 20">
            <a:extLst>
              <a:ext uri="{FF2B5EF4-FFF2-40B4-BE49-F238E27FC236}">
                <a16:creationId xmlns:a16="http://schemas.microsoft.com/office/drawing/2014/main" id="{4407855E-3253-6CA5-748A-3827C05F5B27}"/>
              </a:ext>
            </a:extLst>
          </p:cNvPr>
          <p:cNvSpPr/>
          <p:nvPr/>
        </p:nvSpPr>
        <p:spPr>
          <a:xfrm>
            <a:off x="5013960" y="1638301"/>
            <a:ext cx="2164080" cy="830580"/>
          </a:xfrm>
          <a:custGeom>
            <a:avLst/>
            <a:gdLst>
              <a:gd name="connsiteX0" fmla="*/ 0 w 2164080"/>
              <a:gd name="connsiteY0" fmla="*/ 0 h 830580"/>
              <a:gd name="connsiteX1" fmla="*/ 2164080 w 2164080"/>
              <a:gd name="connsiteY1" fmla="*/ 0 h 830580"/>
              <a:gd name="connsiteX2" fmla="*/ 2164080 w 2164080"/>
              <a:gd name="connsiteY2" fmla="*/ 830580 h 830580"/>
              <a:gd name="connsiteX3" fmla="*/ 0 w 2164080"/>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80" h="830580">
                <a:moveTo>
                  <a:pt x="0" y="0"/>
                </a:moveTo>
                <a:lnTo>
                  <a:pt x="2164080" y="0"/>
                </a:lnTo>
                <a:lnTo>
                  <a:pt x="2164080" y="830580"/>
                </a:lnTo>
                <a:lnTo>
                  <a:pt x="0" y="830580"/>
                </a:ln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a:extLst>
              <a:ext uri="{FF2B5EF4-FFF2-40B4-BE49-F238E27FC236}">
                <a16:creationId xmlns:a16="http://schemas.microsoft.com/office/drawing/2014/main" id="{75EE3439-705F-8E7D-6D5A-8CDA25660954}"/>
              </a:ext>
            </a:extLst>
          </p:cNvPr>
          <p:cNvSpPr/>
          <p:nvPr/>
        </p:nvSpPr>
        <p:spPr>
          <a:xfrm>
            <a:off x="7289800" y="1638301"/>
            <a:ext cx="2164079" cy="830580"/>
          </a:xfrm>
          <a:custGeom>
            <a:avLst/>
            <a:gdLst>
              <a:gd name="connsiteX0" fmla="*/ 0 w 2164079"/>
              <a:gd name="connsiteY0" fmla="*/ 0 h 830580"/>
              <a:gd name="connsiteX1" fmla="*/ 2164080 w 2164079"/>
              <a:gd name="connsiteY1" fmla="*/ 0 h 830580"/>
              <a:gd name="connsiteX2" fmla="*/ 2164080 w 2164079"/>
              <a:gd name="connsiteY2" fmla="*/ 830580 h 830580"/>
              <a:gd name="connsiteX3" fmla="*/ 0 w 2164079"/>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79" h="830580">
                <a:moveTo>
                  <a:pt x="0" y="0"/>
                </a:moveTo>
                <a:lnTo>
                  <a:pt x="2164080" y="0"/>
                </a:lnTo>
                <a:lnTo>
                  <a:pt x="2164080" y="830580"/>
                </a:lnTo>
                <a:lnTo>
                  <a:pt x="0" y="830580"/>
                </a:lnTo>
                <a:close/>
              </a:path>
            </a:pathLst>
          </a:cu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3" name="任意形状 22">
            <a:extLst>
              <a:ext uri="{FF2B5EF4-FFF2-40B4-BE49-F238E27FC236}">
                <a16:creationId xmlns:a16="http://schemas.microsoft.com/office/drawing/2014/main" id="{C22A3198-35FA-77CE-0509-FF6EDE660DC0}"/>
              </a:ext>
            </a:extLst>
          </p:cNvPr>
          <p:cNvSpPr/>
          <p:nvPr/>
        </p:nvSpPr>
        <p:spPr>
          <a:xfrm>
            <a:off x="9565640" y="1638301"/>
            <a:ext cx="2164079" cy="830580"/>
          </a:xfrm>
          <a:custGeom>
            <a:avLst/>
            <a:gdLst>
              <a:gd name="connsiteX0" fmla="*/ 0 w 2164079"/>
              <a:gd name="connsiteY0" fmla="*/ 0 h 830580"/>
              <a:gd name="connsiteX1" fmla="*/ 2164081 w 2164079"/>
              <a:gd name="connsiteY1" fmla="*/ 0 h 830580"/>
              <a:gd name="connsiteX2" fmla="*/ 2164081 w 2164079"/>
              <a:gd name="connsiteY2" fmla="*/ 830580 h 830580"/>
              <a:gd name="connsiteX3" fmla="*/ 0 w 2164079"/>
              <a:gd name="connsiteY3" fmla="*/ 830580 h 830580"/>
            </a:gdLst>
            <a:ahLst/>
            <a:cxnLst>
              <a:cxn ang="0">
                <a:pos x="connsiteX0" y="connsiteY0"/>
              </a:cxn>
              <a:cxn ang="0">
                <a:pos x="connsiteX1" y="connsiteY1"/>
              </a:cxn>
              <a:cxn ang="0">
                <a:pos x="connsiteX2" y="connsiteY2"/>
              </a:cxn>
              <a:cxn ang="0">
                <a:pos x="connsiteX3" y="connsiteY3"/>
              </a:cxn>
            </a:cxnLst>
            <a:rect l="l" t="t" r="r" b="b"/>
            <a:pathLst>
              <a:path w="2164079" h="830580">
                <a:moveTo>
                  <a:pt x="0" y="0"/>
                </a:moveTo>
                <a:lnTo>
                  <a:pt x="2164081" y="0"/>
                </a:lnTo>
                <a:lnTo>
                  <a:pt x="2164081" y="830580"/>
                </a:lnTo>
                <a:lnTo>
                  <a:pt x="0" y="83058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4" name="任意形状 23">
            <a:extLst>
              <a:ext uri="{FF2B5EF4-FFF2-40B4-BE49-F238E27FC236}">
                <a16:creationId xmlns:a16="http://schemas.microsoft.com/office/drawing/2014/main" id="{A36568B0-CD7C-917E-CEC6-C732271FE3BD}"/>
              </a:ext>
            </a:extLst>
          </p:cNvPr>
          <p:cNvSpPr/>
          <p:nvPr/>
        </p:nvSpPr>
        <p:spPr>
          <a:xfrm>
            <a:off x="1132840" y="1160781"/>
            <a:ext cx="825499" cy="825500"/>
          </a:xfrm>
          <a:custGeom>
            <a:avLst/>
            <a:gdLst>
              <a:gd name="connsiteX0" fmla="*/ 825500 w 825499"/>
              <a:gd name="connsiteY0" fmla="*/ 412750 h 825500"/>
              <a:gd name="connsiteX1" fmla="*/ 412750 w 825499"/>
              <a:gd name="connsiteY1" fmla="*/ 825500 h 825500"/>
              <a:gd name="connsiteX2" fmla="*/ 0 w 825499"/>
              <a:gd name="connsiteY2" fmla="*/ 412750 h 825500"/>
              <a:gd name="connsiteX3" fmla="*/ 412750 w 825499"/>
              <a:gd name="connsiteY3" fmla="*/ 0 h 825500"/>
              <a:gd name="connsiteX4" fmla="*/ 825500 w 825499"/>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499" h="825500">
                <a:moveTo>
                  <a:pt x="825500" y="412750"/>
                </a:moveTo>
                <a:cubicBezTo>
                  <a:pt x="825500" y="640706"/>
                  <a:pt x="640705" y="825500"/>
                  <a:pt x="412750" y="825500"/>
                </a:cubicBezTo>
                <a:cubicBezTo>
                  <a:pt x="184794" y="825500"/>
                  <a:pt x="0" y="640705"/>
                  <a:pt x="0" y="412750"/>
                </a:cubicBezTo>
                <a:cubicBezTo>
                  <a:pt x="0" y="184794"/>
                  <a:pt x="184794" y="0"/>
                  <a:pt x="412750" y="0"/>
                </a:cubicBezTo>
                <a:cubicBezTo>
                  <a:pt x="640705" y="0"/>
                  <a:pt x="825500" y="184794"/>
                  <a:pt x="825500" y="412750"/>
                </a:cubicBezTo>
                <a:close/>
              </a:path>
            </a:pathLst>
          </a:custGeom>
          <a:solidFill>
            <a:schemeClr val="accent1"/>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25" name="任意形状 24">
            <a:extLst>
              <a:ext uri="{FF2B5EF4-FFF2-40B4-BE49-F238E27FC236}">
                <a16:creationId xmlns:a16="http://schemas.microsoft.com/office/drawing/2014/main" id="{A30BE66C-9F3E-B4C7-5EB5-C078CB36D418}"/>
              </a:ext>
            </a:extLst>
          </p:cNvPr>
          <p:cNvSpPr/>
          <p:nvPr/>
        </p:nvSpPr>
        <p:spPr>
          <a:xfrm>
            <a:off x="3408679"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5" y="825500"/>
                  <a:pt x="412750" y="825500"/>
                </a:cubicBezTo>
                <a:cubicBezTo>
                  <a:pt x="184794" y="825500"/>
                  <a:pt x="0" y="640705"/>
                  <a:pt x="0" y="412750"/>
                </a:cubicBezTo>
                <a:cubicBezTo>
                  <a:pt x="0" y="184794"/>
                  <a:pt x="184794" y="0"/>
                  <a:pt x="412750" y="0"/>
                </a:cubicBezTo>
                <a:cubicBezTo>
                  <a:pt x="640705" y="0"/>
                  <a:pt x="825500" y="184794"/>
                  <a:pt x="825500" y="412750"/>
                </a:cubicBezTo>
                <a:close/>
              </a:path>
            </a:pathLst>
          </a:custGeom>
          <a:solidFill>
            <a:schemeClr val="accent2"/>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26" name="任意形状 25">
            <a:extLst>
              <a:ext uri="{FF2B5EF4-FFF2-40B4-BE49-F238E27FC236}">
                <a16:creationId xmlns:a16="http://schemas.microsoft.com/office/drawing/2014/main" id="{544C485B-1133-FDFE-44AF-73B38920FF09}"/>
              </a:ext>
            </a:extLst>
          </p:cNvPr>
          <p:cNvSpPr/>
          <p:nvPr/>
        </p:nvSpPr>
        <p:spPr>
          <a:xfrm>
            <a:off x="568325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5" y="825500"/>
                  <a:pt x="412750" y="825500"/>
                </a:cubicBezTo>
                <a:cubicBezTo>
                  <a:pt x="184795" y="825500"/>
                  <a:pt x="0" y="640705"/>
                  <a:pt x="0" y="412750"/>
                </a:cubicBezTo>
                <a:cubicBezTo>
                  <a:pt x="0" y="184794"/>
                  <a:pt x="184795" y="0"/>
                  <a:pt x="412750" y="0"/>
                </a:cubicBezTo>
                <a:cubicBezTo>
                  <a:pt x="640705" y="0"/>
                  <a:pt x="825500" y="184794"/>
                  <a:pt x="825500" y="412750"/>
                </a:cubicBezTo>
                <a:close/>
              </a:path>
            </a:pathLst>
          </a:custGeom>
          <a:solidFill>
            <a:schemeClr val="accent3"/>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27" name="任意形状 26">
            <a:extLst>
              <a:ext uri="{FF2B5EF4-FFF2-40B4-BE49-F238E27FC236}">
                <a16:creationId xmlns:a16="http://schemas.microsoft.com/office/drawing/2014/main" id="{40502F6F-752B-1BA5-11EB-B70860D101E4}"/>
              </a:ext>
            </a:extLst>
          </p:cNvPr>
          <p:cNvSpPr/>
          <p:nvPr/>
        </p:nvSpPr>
        <p:spPr>
          <a:xfrm>
            <a:off x="795909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6" y="825500"/>
                  <a:pt x="412750" y="825500"/>
                </a:cubicBezTo>
                <a:cubicBezTo>
                  <a:pt x="184794" y="825500"/>
                  <a:pt x="0" y="640705"/>
                  <a:pt x="0" y="412750"/>
                </a:cubicBezTo>
                <a:cubicBezTo>
                  <a:pt x="0" y="184794"/>
                  <a:pt x="184794" y="0"/>
                  <a:pt x="412750" y="0"/>
                </a:cubicBezTo>
                <a:cubicBezTo>
                  <a:pt x="640706" y="0"/>
                  <a:pt x="825500" y="184794"/>
                  <a:pt x="825500" y="412750"/>
                </a:cubicBezTo>
                <a:close/>
              </a:path>
            </a:pathLst>
          </a:custGeom>
          <a:solidFill>
            <a:schemeClr val="accent4"/>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28" name="任意形状 27">
            <a:extLst>
              <a:ext uri="{FF2B5EF4-FFF2-40B4-BE49-F238E27FC236}">
                <a16:creationId xmlns:a16="http://schemas.microsoft.com/office/drawing/2014/main" id="{7B9B1A77-A9FD-1744-580C-EE3E8E9FC8E3}"/>
              </a:ext>
            </a:extLst>
          </p:cNvPr>
          <p:cNvSpPr/>
          <p:nvPr/>
        </p:nvSpPr>
        <p:spPr>
          <a:xfrm>
            <a:off x="10234930" y="1160781"/>
            <a:ext cx="825500" cy="825500"/>
          </a:xfrm>
          <a:custGeom>
            <a:avLst/>
            <a:gdLst>
              <a:gd name="connsiteX0" fmla="*/ 825500 w 825500"/>
              <a:gd name="connsiteY0" fmla="*/ 412750 h 825500"/>
              <a:gd name="connsiteX1" fmla="*/ 412750 w 825500"/>
              <a:gd name="connsiteY1" fmla="*/ 825500 h 825500"/>
              <a:gd name="connsiteX2" fmla="*/ 0 w 825500"/>
              <a:gd name="connsiteY2" fmla="*/ 412750 h 825500"/>
              <a:gd name="connsiteX3" fmla="*/ 412750 w 825500"/>
              <a:gd name="connsiteY3" fmla="*/ 0 h 825500"/>
              <a:gd name="connsiteX4" fmla="*/ 825500 w 825500"/>
              <a:gd name="connsiteY4" fmla="*/ 412750 h 825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500" h="825500">
                <a:moveTo>
                  <a:pt x="825500" y="412750"/>
                </a:moveTo>
                <a:cubicBezTo>
                  <a:pt x="825500" y="640706"/>
                  <a:pt x="640706" y="825500"/>
                  <a:pt x="412750" y="825500"/>
                </a:cubicBezTo>
                <a:cubicBezTo>
                  <a:pt x="184794" y="825500"/>
                  <a:pt x="0" y="640705"/>
                  <a:pt x="0" y="412750"/>
                </a:cubicBezTo>
                <a:cubicBezTo>
                  <a:pt x="0" y="184794"/>
                  <a:pt x="184794" y="0"/>
                  <a:pt x="412750" y="0"/>
                </a:cubicBezTo>
                <a:cubicBezTo>
                  <a:pt x="640706" y="0"/>
                  <a:pt x="825500" y="184794"/>
                  <a:pt x="825500" y="412750"/>
                </a:cubicBezTo>
                <a:close/>
              </a:path>
            </a:pathLst>
          </a:custGeom>
          <a:solidFill>
            <a:schemeClr val="accent1"/>
          </a:solidFill>
          <a:ln w="63500" cap="flat">
            <a:solidFill>
              <a:schemeClr val="bg1"/>
            </a:solidFill>
            <a:prstDash val="solid"/>
            <a:miter/>
          </a:ln>
        </p:spPr>
        <p:txBody>
          <a:bodyPr rtlCol="0" anchor="ctr"/>
          <a:lstStyle/>
          <a:p>
            <a:pPr algn="ctr"/>
            <a:endParaRPr lang="zh-CN" altLang="en-US" sz="1400" dirty="0">
              <a:solidFill>
                <a:schemeClr val="bg1"/>
              </a:solidFill>
              <a:latin typeface="Alibaba PuHuiTi" pitchFamily="18" charset="-122"/>
              <a:ea typeface="Alibaba PuHuiTi" pitchFamily="18" charset="-122"/>
              <a:cs typeface="Alibaba PuHuiTi" pitchFamily="18" charset="-122"/>
            </a:endParaRPr>
          </a:p>
        </p:txBody>
      </p:sp>
      <p:sp>
        <p:nvSpPr>
          <p:cNvPr id="29" name="文本框 28">
            <a:extLst>
              <a:ext uri="{FF2B5EF4-FFF2-40B4-BE49-F238E27FC236}">
                <a16:creationId xmlns:a16="http://schemas.microsoft.com/office/drawing/2014/main" id="{7E33CBF7-8E36-C188-B780-EC59CC9CF209}"/>
              </a:ext>
            </a:extLst>
          </p:cNvPr>
          <p:cNvSpPr txBox="1"/>
          <p:nvPr/>
        </p:nvSpPr>
        <p:spPr>
          <a:xfrm>
            <a:off x="454764"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endParaRPr lang="zh-CN" altLang="en-US" sz="1800" b="1" dirty="0">
              <a:solidFill>
                <a:schemeClr val="bg1"/>
              </a:solidFill>
              <a:latin typeface="Alibaba PuHuiTi" pitchFamily="18" charset="-122"/>
              <a:ea typeface="Alibaba PuHuiTi" pitchFamily="18" charset="-122"/>
              <a:cs typeface="Alibaba PuHuiTi" pitchFamily="18" charset="-122"/>
            </a:endParaRPr>
          </a:p>
        </p:txBody>
      </p:sp>
      <p:sp>
        <p:nvSpPr>
          <p:cNvPr id="30" name="文本框 29">
            <a:extLst>
              <a:ext uri="{FF2B5EF4-FFF2-40B4-BE49-F238E27FC236}">
                <a16:creationId xmlns:a16="http://schemas.microsoft.com/office/drawing/2014/main" id="{F0CDF3A4-CD32-7D52-7D0E-08A215CDD7A8}"/>
              </a:ext>
            </a:extLst>
          </p:cNvPr>
          <p:cNvSpPr txBox="1"/>
          <p:nvPr/>
        </p:nvSpPr>
        <p:spPr>
          <a:xfrm>
            <a:off x="2732165"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31" name="文本框 30">
            <a:extLst>
              <a:ext uri="{FF2B5EF4-FFF2-40B4-BE49-F238E27FC236}">
                <a16:creationId xmlns:a16="http://schemas.microsoft.com/office/drawing/2014/main" id="{48C89AD0-E852-7C49-0844-4B6B59A9CBEB}"/>
              </a:ext>
            </a:extLst>
          </p:cNvPr>
          <p:cNvSpPr txBox="1"/>
          <p:nvPr/>
        </p:nvSpPr>
        <p:spPr>
          <a:xfrm>
            <a:off x="5009566"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32" name="文本框 31">
            <a:extLst>
              <a:ext uri="{FF2B5EF4-FFF2-40B4-BE49-F238E27FC236}">
                <a16:creationId xmlns:a16="http://schemas.microsoft.com/office/drawing/2014/main" id="{72E89C41-8538-7EE0-39FD-C50FAC4F8BD1}"/>
              </a:ext>
            </a:extLst>
          </p:cNvPr>
          <p:cNvSpPr txBox="1"/>
          <p:nvPr/>
        </p:nvSpPr>
        <p:spPr>
          <a:xfrm>
            <a:off x="7286968"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33" name="文本框 32">
            <a:extLst>
              <a:ext uri="{FF2B5EF4-FFF2-40B4-BE49-F238E27FC236}">
                <a16:creationId xmlns:a16="http://schemas.microsoft.com/office/drawing/2014/main" id="{B7A24BBD-2181-DA52-BD6B-BF02672BA8BF}"/>
              </a:ext>
            </a:extLst>
          </p:cNvPr>
          <p:cNvSpPr txBox="1"/>
          <p:nvPr/>
        </p:nvSpPr>
        <p:spPr>
          <a:xfrm>
            <a:off x="9564370" y="2053591"/>
            <a:ext cx="2164080" cy="369332"/>
          </a:xfrm>
          <a:prstGeom prst="rect">
            <a:avLst/>
          </a:prstGeom>
          <a:noFill/>
        </p:spPr>
        <p:txBody>
          <a:bodyPr wrap="square">
            <a:spAutoFit/>
          </a:bodyPr>
          <a:lstStyle/>
          <a:p>
            <a:pPr algn="ctr"/>
            <a:r>
              <a:rPr lang="zh-CN" altLang="en-US" b="1" dirty="0">
                <a:solidFill>
                  <a:schemeClr val="bg1"/>
                </a:solidFill>
                <a:latin typeface="Alibaba PuHuiTi" pitchFamily="18" charset="-122"/>
                <a:ea typeface="Alibaba PuHuiTi" pitchFamily="18" charset="-122"/>
                <a:cs typeface="Alibaba PuHuiTi" pitchFamily="18" charset="-122"/>
              </a:rPr>
              <a:t>标题</a:t>
            </a:r>
          </a:p>
        </p:txBody>
      </p:sp>
      <p:sp>
        <p:nvSpPr>
          <p:cNvPr id="34" name="TextBox 47">
            <a:extLst>
              <a:ext uri="{FF2B5EF4-FFF2-40B4-BE49-F238E27FC236}">
                <a16:creationId xmlns:a16="http://schemas.microsoft.com/office/drawing/2014/main" id="{17319EF9-CEE7-4101-4389-6B3F91351757}"/>
              </a:ext>
            </a:extLst>
          </p:cNvPr>
          <p:cNvSpPr txBox="1"/>
          <p:nvPr/>
        </p:nvSpPr>
        <p:spPr>
          <a:xfrm>
            <a:off x="597784"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5" name="TextBox 47">
            <a:extLst>
              <a:ext uri="{FF2B5EF4-FFF2-40B4-BE49-F238E27FC236}">
                <a16:creationId xmlns:a16="http://schemas.microsoft.com/office/drawing/2014/main" id="{F838B1C7-0468-F3B4-3F84-ABABE46BAFDF}"/>
              </a:ext>
            </a:extLst>
          </p:cNvPr>
          <p:cNvSpPr txBox="1"/>
          <p:nvPr/>
        </p:nvSpPr>
        <p:spPr>
          <a:xfrm>
            <a:off x="2873306"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6" name="TextBox 47">
            <a:extLst>
              <a:ext uri="{FF2B5EF4-FFF2-40B4-BE49-F238E27FC236}">
                <a16:creationId xmlns:a16="http://schemas.microsoft.com/office/drawing/2014/main" id="{0817963E-DF3B-41A5-19B8-860B3D0C56DE}"/>
              </a:ext>
            </a:extLst>
          </p:cNvPr>
          <p:cNvSpPr txBox="1"/>
          <p:nvPr/>
        </p:nvSpPr>
        <p:spPr>
          <a:xfrm>
            <a:off x="5148828"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7" name="TextBox 47">
            <a:extLst>
              <a:ext uri="{FF2B5EF4-FFF2-40B4-BE49-F238E27FC236}">
                <a16:creationId xmlns:a16="http://schemas.microsoft.com/office/drawing/2014/main" id="{92D35A55-C157-9CEE-3184-FE7948671B83}"/>
              </a:ext>
            </a:extLst>
          </p:cNvPr>
          <p:cNvSpPr txBox="1"/>
          <p:nvPr/>
        </p:nvSpPr>
        <p:spPr>
          <a:xfrm>
            <a:off x="7424350"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38" name="TextBox 47">
            <a:extLst>
              <a:ext uri="{FF2B5EF4-FFF2-40B4-BE49-F238E27FC236}">
                <a16:creationId xmlns:a16="http://schemas.microsoft.com/office/drawing/2014/main" id="{92A5D350-A381-F69F-1935-2E94008F97B1}"/>
              </a:ext>
            </a:extLst>
          </p:cNvPr>
          <p:cNvSpPr txBox="1"/>
          <p:nvPr/>
        </p:nvSpPr>
        <p:spPr>
          <a:xfrm>
            <a:off x="9699873" y="2712889"/>
            <a:ext cx="1895612" cy="994055"/>
          </a:xfrm>
          <a:prstGeom prst="rect">
            <a:avLst/>
          </a:prstGeom>
          <a:noFill/>
        </p:spPr>
        <p:txBody>
          <a:bodyPr wrap="square" rtlCol="0" anchor="t">
            <a:sp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内容内容内容内容内容内容内容内容内容内容内容内容内容内容内容内容内容内容内容内容内容内容</a:t>
            </a:r>
            <a:endParaRPr lang="en-US" altLang="zh-CN" sz="1000" dirty="0">
              <a:latin typeface="Alibaba PuHuiTi" pitchFamily="18" charset="-122"/>
              <a:ea typeface="Alibaba PuHuiTi" pitchFamily="18" charset="-122"/>
              <a:cs typeface="Alibaba PuHuiTi" pitchFamily="18" charset="-122"/>
            </a:endParaRPr>
          </a:p>
        </p:txBody>
      </p:sp>
      <p:sp>
        <p:nvSpPr>
          <p:cNvPr id="40" name="文本框 39">
            <a:extLst>
              <a:ext uri="{FF2B5EF4-FFF2-40B4-BE49-F238E27FC236}">
                <a16:creationId xmlns:a16="http://schemas.microsoft.com/office/drawing/2014/main" id="{535DBD13-18F2-C33A-0F6B-672902B710B3}"/>
              </a:ext>
            </a:extLst>
          </p:cNvPr>
          <p:cNvSpPr txBox="1"/>
          <p:nvPr/>
        </p:nvSpPr>
        <p:spPr>
          <a:xfrm>
            <a:off x="589281"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42" name="文本框 41">
            <a:extLst>
              <a:ext uri="{FF2B5EF4-FFF2-40B4-BE49-F238E27FC236}">
                <a16:creationId xmlns:a16="http://schemas.microsoft.com/office/drawing/2014/main" id="{04C4C3F9-FCFC-21F1-DF6E-234EBC475E6D}"/>
              </a:ext>
            </a:extLst>
          </p:cNvPr>
          <p:cNvSpPr txBox="1"/>
          <p:nvPr/>
        </p:nvSpPr>
        <p:spPr>
          <a:xfrm>
            <a:off x="2866602"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44" name="文本框 43">
            <a:extLst>
              <a:ext uri="{FF2B5EF4-FFF2-40B4-BE49-F238E27FC236}">
                <a16:creationId xmlns:a16="http://schemas.microsoft.com/office/drawing/2014/main" id="{4E0462BF-5513-FC4A-83F1-D9E0ADC1FD06}"/>
              </a:ext>
            </a:extLst>
          </p:cNvPr>
          <p:cNvSpPr txBox="1"/>
          <p:nvPr/>
        </p:nvSpPr>
        <p:spPr>
          <a:xfrm>
            <a:off x="5137786"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46" name="文本框 45">
            <a:extLst>
              <a:ext uri="{FF2B5EF4-FFF2-40B4-BE49-F238E27FC236}">
                <a16:creationId xmlns:a16="http://schemas.microsoft.com/office/drawing/2014/main" id="{E7F0463F-FB29-6A3D-ACCB-16AAE8F64DDA}"/>
              </a:ext>
            </a:extLst>
          </p:cNvPr>
          <p:cNvSpPr txBox="1"/>
          <p:nvPr/>
        </p:nvSpPr>
        <p:spPr>
          <a:xfrm>
            <a:off x="7419341"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48" name="文本框 47">
            <a:extLst>
              <a:ext uri="{FF2B5EF4-FFF2-40B4-BE49-F238E27FC236}">
                <a16:creationId xmlns:a16="http://schemas.microsoft.com/office/drawing/2014/main" id="{55ABCFB2-949F-77E1-6FE7-3606FCB20B56}"/>
              </a:ext>
            </a:extLst>
          </p:cNvPr>
          <p:cNvSpPr txBox="1"/>
          <p:nvPr/>
        </p:nvSpPr>
        <p:spPr>
          <a:xfrm>
            <a:off x="9691160" y="5813834"/>
            <a:ext cx="1911348" cy="338554"/>
          </a:xfrm>
          <a:prstGeom prst="rect">
            <a:avLst/>
          </a:prstGeom>
          <a:noFill/>
        </p:spPr>
        <p:txBody>
          <a:bodyPr wrap="square">
            <a:spAutoFit/>
          </a:bodyPr>
          <a:lstStyle/>
          <a:p>
            <a:pPr algn="ctr"/>
            <a:r>
              <a:rPr lang="zh-CN" altLang="en-US" sz="1600" b="1" dirty="0">
                <a:solidFill>
                  <a:schemeClr val="bg1"/>
                </a:solidFill>
                <a:latin typeface="Alibaba PuHuiTi" pitchFamily="18" charset="-122"/>
                <a:ea typeface="Alibaba PuHuiTi" pitchFamily="18" charset="-122"/>
                <a:cs typeface="Alibaba PuHuiTi" pitchFamily="18" charset="-122"/>
              </a:rPr>
              <a:t>核心表述</a:t>
            </a:r>
          </a:p>
        </p:txBody>
      </p:sp>
      <p:sp>
        <p:nvSpPr>
          <p:cNvPr id="49" name="Freeform 80">
            <a:extLst>
              <a:ext uri="{FF2B5EF4-FFF2-40B4-BE49-F238E27FC236}">
                <a16:creationId xmlns:a16="http://schemas.microsoft.com/office/drawing/2014/main" id="{2FEA6BE0-81A7-76A2-138B-0ECB46DD635D}"/>
              </a:ext>
            </a:extLst>
          </p:cNvPr>
          <p:cNvSpPr>
            <a:spLocks noChangeArrowheads="1"/>
          </p:cNvSpPr>
          <p:nvPr/>
        </p:nvSpPr>
        <p:spPr bwMode="auto">
          <a:xfrm>
            <a:off x="5939940" y="1428702"/>
            <a:ext cx="289659" cy="289659"/>
          </a:xfrm>
          <a:custGeom>
            <a:avLst/>
            <a:gdLst>
              <a:gd name="T0" fmla="*/ 175 w 1050"/>
              <a:gd name="T1" fmla="*/ 817 h 1050"/>
              <a:gd name="T2" fmla="*/ 175 w 1050"/>
              <a:gd name="T3" fmla="*/ 875 h 1050"/>
              <a:gd name="T4" fmla="*/ 874 w 1050"/>
              <a:gd name="T5" fmla="*/ 875 h 1050"/>
              <a:gd name="T6" fmla="*/ 874 w 1050"/>
              <a:gd name="T7" fmla="*/ 817 h 1050"/>
              <a:gd name="T8" fmla="*/ 524 w 1050"/>
              <a:gd name="T9" fmla="*/ 637 h 1050"/>
              <a:gd name="T10" fmla="*/ 175 w 1050"/>
              <a:gd name="T11" fmla="*/ 817 h 1050"/>
              <a:gd name="T12" fmla="*/ 699 w 1050"/>
              <a:gd name="T13" fmla="*/ 350 h 1050"/>
              <a:gd name="T14" fmla="*/ 524 w 1050"/>
              <a:gd name="T15" fmla="*/ 175 h 1050"/>
              <a:gd name="T16" fmla="*/ 350 w 1050"/>
              <a:gd name="T17" fmla="*/ 350 h 1050"/>
              <a:gd name="T18" fmla="*/ 524 w 1050"/>
              <a:gd name="T19" fmla="*/ 525 h 1050"/>
              <a:gd name="T20" fmla="*/ 699 w 1050"/>
              <a:gd name="T21" fmla="*/ 350 h 1050"/>
              <a:gd name="T22" fmla="*/ 0 w 1050"/>
              <a:gd name="T23" fmla="*/ 118 h 1050"/>
              <a:gd name="T24" fmla="*/ 117 w 1050"/>
              <a:gd name="T25" fmla="*/ 0 h 1050"/>
              <a:gd name="T26" fmla="*/ 932 w 1050"/>
              <a:gd name="T27" fmla="*/ 0 h 1050"/>
              <a:gd name="T28" fmla="*/ 1049 w 1050"/>
              <a:gd name="T29" fmla="*/ 118 h 1050"/>
              <a:gd name="T30" fmla="*/ 1049 w 1050"/>
              <a:gd name="T31" fmla="*/ 932 h 1050"/>
              <a:gd name="T32" fmla="*/ 932 w 1050"/>
              <a:gd name="T33" fmla="*/ 1049 h 1050"/>
              <a:gd name="T34" fmla="*/ 117 w 1050"/>
              <a:gd name="T35" fmla="*/ 1049 h 1050"/>
              <a:gd name="T36" fmla="*/ 0 w 1050"/>
              <a:gd name="T37" fmla="*/ 932 h 1050"/>
              <a:gd name="T38" fmla="*/ 0 w 1050"/>
              <a:gd name="T39" fmla="*/ 118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0" h="1050">
                <a:moveTo>
                  <a:pt x="175" y="817"/>
                </a:moveTo>
                <a:lnTo>
                  <a:pt x="175" y="875"/>
                </a:lnTo>
                <a:lnTo>
                  <a:pt x="874" y="875"/>
                </a:lnTo>
                <a:lnTo>
                  <a:pt x="874" y="817"/>
                </a:lnTo>
                <a:cubicBezTo>
                  <a:pt x="874" y="700"/>
                  <a:pt x="642" y="637"/>
                  <a:pt x="524" y="637"/>
                </a:cubicBezTo>
                <a:cubicBezTo>
                  <a:pt x="407" y="637"/>
                  <a:pt x="175" y="700"/>
                  <a:pt x="175" y="817"/>
                </a:cubicBezTo>
                <a:close/>
                <a:moveTo>
                  <a:pt x="699" y="350"/>
                </a:moveTo>
                <a:cubicBezTo>
                  <a:pt x="699" y="254"/>
                  <a:pt x="619" y="175"/>
                  <a:pt x="524" y="175"/>
                </a:cubicBezTo>
                <a:cubicBezTo>
                  <a:pt x="428" y="175"/>
                  <a:pt x="350" y="254"/>
                  <a:pt x="350" y="350"/>
                </a:cubicBezTo>
                <a:cubicBezTo>
                  <a:pt x="350" y="446"/>
                  <a:pt x="428" y="525"/>
                  <a:pt x="524" y="525"/>
                </a:cubicBezTo>
                <a:cubicBezTo>
                  <a:pt x="619" y="525"/>
                  <a:pt x="699" y="446"/>
                  <a:pt x="699" y="350"/>
                </a:cubicBezTo>
                <a:close/>
                <a:moveTo>
                  <a:pt x="0" y="118"/>
                </a:moveTo>
                <a:cubicBezTo>
                  <a:pt x="0" y="55"/>
                  <a:pt x="52" y="0"/>
                  <a:pt x="117" y="0"/>
                </a:cubicBezTo>
                <a:lnTo>
                  <a:pt x="932" y="0"/>
                </a:lnTo>
                <a:cubicBezTo>
                  <a:pt x="994" y="0"/>
                  <a:pt x="1049" y="55"/>
                  <a:pt x="1049" y="118"/>
                </a:cubicBezTo>
                <a:lnTo>
                  <a:pt x="1049" y="932"/>
                </a:lnTo>
                <a:cubicBezTo>
                  <a:pt x="1049" y="995"/>
                  <a:pt x="994" y="1049"/>
                  <a:pt x="932" y="1049"/>
                </a:cubicBezTo>
                <a:lnTo>
                  <a:pt x="117" y="1049"/>
                </a:lnTo>
                <a:cubicBezTo>
                  <a:pt x="52" y="1049"/>
                  <a:pt x="0" y="995"/>
                  <a:pt x="0" y="932"/>
                </a:cubicBezTo>
                <a:lnTo>
                  <a:pt x="0" y="118"/>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50" name="Freeform 81">
            <a:extLst>
              <a:ext uri="{FF2B5EF4-FFF2-40B4-BE49-F238E27FC236}">
                <a16:creationId xmlns:a16="http://schemas.microsoft.com/office/drawing/2014/main" id="{132E2448-1864-3E2A-991B-595B8EEDC78D}"/>
              </a:ext>
            </a:extLst>
          </p:cNvPr>
          <p:cNvSpPr>
            <a:spLocks noChangeArrowheads="1"/>
          </p:cNvSpPr>
          <p:nvPr/>
        </p:nvSpPr>
        <p:spPr bwMode="auto">
          <a:xfrm>
            <a:off x="1392849" y="1404361"/>
            <a:ext cx="305481" cy="338341"/>
          </a:xfrm>
          <a:custGeom>
            <a:avLst/>
            <a:gdLst>
              <a:gd name="T0" fmla="*/ 552 w 1107"/>
              <a:gd name="T1" fmla="*/ 0 h 1225"/>
              <a:gd name="T2" fmla="*/ 1106 w 1107"/>
              <a:gd name="T3" fmla="*/ 292 h 1225"/>
              <a:gd name="T4" fmla="*/ 1106 w 1107"/>
              <a:gd name="T5" fmla="*/ 410 h 1225"/>
              <a:gd name="T6" fmla="*/ 0 w 1107"/>
              <a:gd name="T7" fmla="*/ 410 h 1225"/>
              <a:gd name="T8" fmla="*/ 0 w 1107"/>
              <a:gd name="T9" fmla="*/ 292 h 1225"/>
              <a:gd name="T10" fmla="*/ 552 w 1107"/>
              <a:gd name="T11" fmla="*/ 0 h 1225"/>
              <a:gd name="T12" fmla="*/ 989 w 1107"/>
              <a:gd name="T13" fmla="*/ 524 h 1225"/>
              <a:gd name="T14" fmla="*/ 989 w 1107"/>
              <a:gd name="T15" fmla="*/ 934 h 1225"/>
              <a:gd name="T16" fmla="*/ 814 w 1107"/>
              <a:gd name="T17" fmla="*/ 934 h 1225"/>
              <a:gd name="T18" fmla="*/ 814 w 1107"/>
              <a:gd name="T19" fmla="*/ 524 h 1225"/>
              <a:gd name="T20" fmla="*/ 989 w 1107"/>
              <a:gd name="T21" fmla="*/ 524 h 1225"/>
              <a:gd name="T22" fmla="*/ 0 w 1107"/>
              <a:gd name="T23" fmla="*/ 1224 h 1225"/>
              <a:gd name="T24" fmla="*/ 0 w 1107"/>
              <a:gd name="T25" fmla="*/ 1049 h 1225"/>
              <a:gd name="T26" fmla="*/ 1106 w 1107"/>
              <a:gd name="T27" fmla="*/ 1049 h 1225"/>
              <a:gd name="T28" fmla="*/ 1106 w 1107"/>
              <a:gd name="T29" fmla="*/ 1224 h 1225"/>
              <a:gd name="T30" fmla="*/ 0 w 1107"/>
              <a:gd name="T31" fmla="*/ 1224 h 1225"/>
              <a:gd name="T32" fmla="*/ 464 w 1107"/>
              <a:gd name="T33" fmla="*/ 524 h 1225"/>
              <a:gd name="T34" fmla="*/ 639 w 1107"/>
              <a:gd name="T35" fmla="*/ 524 h 1225"/>
              <a:gd name="T36" fmla="*/ 639 w 1107"/>
              <a:gd name="T37" fmla="*/ 934 h 1225"/>
              <a:gd name="T38" fmla="*/ 464 w 1107"/>
              <a:gd name="T39" fmla="*/ 934 h 1225"/>
              <a:gd name="T40" fmla="*/ 464 w 1107"/>
              <a:gd name="T41" fmla="*/ 524 h 1225"/>
              <a:gd name="T42" fmla="*/ 114 w 1107"/>
              <a:gd name="T43" fmla="*/ 524 h 1225"/>
              <a:gd name="T44" fmla="*/ 289 w 1107"/>
              <a:gd name="T45" fmla="*/ 524 h 1225"/>
              <a:gd name="T46" fmla="*/ 289 w 1107"/>
              <a:gd name="T47" fmla="*/ 934 h 1225"/>
              <a:gd name="T48" fmla="*/ 114 w 1107"/>
              <a:gd name="T49" fmla="*/ 934 h 1225"/>
              <a:gd name="T50" fmla="*/ 114 w 1107"/>
              <a:gd name="T51" fmla="*/ 524 h 1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7" h="1225">
                <a:moveTo>
                  <a:pt x="552" y="0"/>
                </a:moveTo>
                <a:lnTo>
                  <a:pt x="1106" y="292"/>
                </a:lnTo>
                <a:lnTo>
                  <a:pt x="1106" y="410"/>
                </a:lnTo>
                <a:lnTo>
                  <a:pt x="0" y="410"/>
                </a:lnTo>
                <a:lnTo>
                  <a:pt x="0" y="292"/>
                </a:lnTo>
                <a:lnTo>
                  <a:pt x="552" y="0"/>
                </a:lnTo>
                <a:close/>
                <a:moveTo>
                  <a:pt x="989" y="524"/>
                </a:moveTo>
                <a:lnTo>
                  <a:pt x="989" y="934"/>
                </a:lnTo>
                <a:lnTo>
                  <a:pt x="814" y="934"/>
                </a:lnTo>
                <a:lnTo>
                  <a:pt x="814" y="524"/>
                </a:lnTo>
                <a:lnTo>
                  <a:pt x="989" y="524"/>
                </a:lnTo>
                <a:close/>
                <a:moveTo>
                  <a:pt x="0" y="1224"/>
                </a:moveTo>
                <a:lnTo>
                  <a:pt x="0" y="1049"/>
                </a:lnTo>
                <a:lnTo>
                  <a:pt x="1106" y="1049"/>
                </a:lnTo>
                <a:lnTo>
                  <a:pt x="1106" y="1224"/>
                </a:lnTo>
                <a:lnTo>
                  <a:pt x="0" y="1224"/>
                </a:lnTo>
                <a:close/>
                <a:moveTo>
                  <a:pt x="464" y="524"/>
                </a:moveTo>
                <a:lnTo>
                  <a:pt x="639" y="524"/>
                </a:lnTo>
                <a:lnTo>
                  <a:pt x="639" y="934"/>
                </a:lnTo>
                <a:lnTo>
                  <a:pt x="464" y="934"/>
                </a:lnTo>
                <a:lnTo>
                  <a:pt x="464" y="524"/>
                </a:lnTo>
                <a:close/>
                <a:moveTo>
                  <a:pt x="114" y="524"/>
                </a:moveTo>
                <a:lnTo>
                  <a:pt x="289" y="524"/>
                </a:lnTo>
                <a:lnTo>
                  <a:pt x="289" y="934"/>
                </a:lnTo>
                <a:lnTo>
                  <a:pt x="114" y="934"/>
                </a:lnTo>
                <a:lnTo>
                  <a:pt x="114" y="524"/>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51" name="Freeform 107">
            <a:extLst>
              <a:ext uri="{FF2B5EF4-FFF2-40B4-BE49-F238E27FC236}">
                <a16:creationId xmlns:a16="http://schemas.microsoft.com/office/drawing/2014/main" id="{42AC8732-BA98-2BFB-28B4-0BAE5831EDBA}"/>
              </a:ext>
            </a:extLst>
          </p:cNvPr>
          <p:cNvSpPr>
            <a:spLocks noChangeArrowheads="1"/>
          </p:cNvSpPr>
          <p:nvPr/>
        </p:nvSpPr>
        <p:spPr bwMode="auto">
          <a:xfrm>
            <a:off x="3690127" y="1444523"/>
            <a:ext cx="258016" cy="258016"/>
          </a:xfrm>
          <a:custGeom>
            <a:avLst/>
            <a:gdLst>
              <a:gd name="T0" fmla="*/ 699 w 935"/>
              <a:gd name="T1" fmla="*/ 934 h 935"/>
              <a:gd name="T2" fmla="*/ 699 w 935"/>
              <a:gd name="T3" fmla="*/ 699 h 935"/>
              <a:gd name="T4" fmla="*/ 934 w 935"/>
              <a:gd name="T5" fmla="*/ 699 h 935"/>
              <a:gd name="T6" fmla="*/ 934 w 935"/>
              <a:gd name="T7" fmla="*/ 934 h 935"/>
              <a:gd name="T8" fmla="*/ 699 w 935"/>
              <a:gd name="T9" fmla="*/ 934 h 935"/>
              <a:gd name="T10" fmla="*/ 699 w 935"/>
              <a:gd name="T11" fmla="*/ 584 h 935"/>
              <a:gd name="T12" fmla="*/ 699 w 935"/>
              <a:gd name="T13" fmla="*/ 350 h 935"/>
              <a:gd name="T14" fmla="*/ 934 w 935"/>
              <a:gd name="T15" fmla="*/ 350 h 935"/>
              <a:gd name="T16" fmla="*/ 934 w 935"/>
              <a:gd name="T17" fmla="*/ 584 h 935"/>
              <a:gd name="T18" fmla="*/ 699 w 935"/>
              <a:gd name="T19" fmla="*/ 584 h 935"/>
              <a:gd name="T20" fmla="*/ 349 w 935"/>
              <a:gd name="T21" fmla="*/ 235 h 935"/>
              <a:gd name="T22" fmla="*/ 349 w 935"/>
              <a:gd name="T23" fmla="*/ 0 h 935"/>
              <a:gd name="T24" fmla="*/ 584 w 935"/>
              <a:gd name="T25" fmla="*/ 0 h 935"/>
              <a:gd name="T26" fmla="*/ 584 w 935"/>
              <a:gd name="T27" fmla="*/ 235 h 935"/>
              <a:gd name="T28" fmla="*/ 349 w 935"/>
              <a:gd name="T29" fmla="*/ 235 h 935"/>
              <a:gd name="T30" fmla="*/ 699 w 935"/>
              <a:gd name="T31" fmla="*/ 0 h 935"/>
              <a:gd name="T32" fmla="*/ 934 w 935"/>
              <a:gd name="T33" fmla="*/ 0 h 935"/>
              <a:gd name="T34" fmla="*/ 934 w 935"/>
              <a:gd name="T35" fmla="*/ 235 h 935"/>
              <a:gd name="T36" fmla="*/ 699 w 935"/>
              <a:gd name="T37" fmla="*/ 235 h 935"/>
              <a:gd name="T38" fmla="*/ 699 w 935"/>
              <a:gd name="T39" fmla="*/ 0 h 935"/>
              <a:gd name="T40" fmla="*/ 349 w 935"/>
              <a:gd name="T41" fmla="*/ 584 h 935"/>
              <a:gd name="T42" fmla="*/ 349 w 935"/>
              <a:gd name="T43" fmla="*/ 350 h 935"/>
              <a:gd name="T44" fmla="*/ 584 w 935"/>
              <a:gd name="T45" fmla="*/ 350 h 935"/>
              <a:gd name="T46" fmla="*/ 584 w 935"/>
              <a:gd name="T47" fmla="*/ 584 h 935"/>
              <a:gd name="T48" fmla="*/ 349 w 935"/>
              <a:gd name="T49" fmla="*/ 584 h 935"/>
              <a:gd name="T50" fmla="*/ 0 w 935"/>
              <a:gd name="T51" fmla="*/ 584 h 935"/>
              <a:gd name="T52" fmla="*/ 0 w 935"/>
              <a:gd name="T53" fmla="*/ 350 h 935"/>
              <a:gd name="T54" fmla="*/ 235 w 935"/>
              <a:gd name="T55" fmla="*/ 350 h 935"/>
              <a:gd name="T56" fmla="*/ 235 w 935"/>
              <a:gd name="T57" fmla="*/ 584 h 935"/>
              <a:gd name="T58" fmla="*/ 0 w 935"/>
              <a:gd name="T59" fmla="*/ 584 h 935"/>
              <a:gd name="T60" fmla="*/ 0 w 935"/>
              <a:gd name="T61" fmla="*/ 934 h 935"/>
              <a:gd name="T62" fmla="*/ 0 w 935"/>
              <a:gd name="T63" fmla="*/ 699 h 935"/>
              <a:gd name="T64" fmla="*/ 235 w 935"/>
              <a:gd name="T65" fmla="*/ 699 h 935"/>
              <a:gd name="T66" fmla="*/ 235 w 935"/>
              <a:gd name="T67" fmla="*/ 934 h 935"/>
              <a:gd name="T68" fmla="*/ 0 w 935"/>
              <a:gd name="T69" fmla="*/ 934 h 935"/>
              <a:gd name="T70" fmla="*/ 349 w 935"/>
              <a:gd name="T71" fmla="*/ 934 h 935"/>
              <a:gd name="T72" fmla="*/ 349 w 935"/>
              <a:gd name="T73" fmla="*/ 699 h 935"/>
              <a:gd name="T74" fmla="*/ 584 w 935"/>
              <a:gd name="T75" fmla="*/ 699 h 935"/>
              <a:gd name="T76" fmla="*/ 584 w 935"/>
              <a:gd name="T77" fmla="*/ 934 h 935"/>
              <a:gd name="T78" fmla="*/ 349 w 935"/>
              <a:gd name="T79" fmla="*/ 934 h 935"/>
              <a:gd name="T80" fmla="*/ 0 w 935"/>
              <a:gd name="T81" fmla="*/ 235 h 935"/>
              <a:gd name="T82" fmla="*/ 0 w 935"/>
              <a:gd name="T83" fmla="*/ 0 h 935"/>
              <a:gd name="T84" fmla="*/ 235 w 935"/>
              <a:gd name="T85" fmla="*/ 0 h 935"/>
              <a:gd name="T86" fmla="*/ 235 w 935"/>
              <a:gd name="T87" fmla="*/ 235 h 935"/>
              <a:gd name="T88" fmla="*/ 0 w 935"/>
              <a:gd name="T89" fmla="*/ 235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35" h="935">
                <a:moveTo>
                  <a:pt x="699" y="934"/>
                </a:moveTo>
                <a:lnTo>
                  <a:pt x="699" y="699"/>
                </a:lnTo>
                <a:lnTo>
                  <a:pt x="934" y="699"/>
                </a:lnTo>
                <a:lnTo>
                  <a:pt x="934" y="934"/>
                </a:lnTo>
                <a:lnTo>
                  <a:pt x="699" y="934"/>
                </a:lnTo>
                <a:close/>
                <a:moveTo>
                  <a:pt x="699" y="584"/>
                </a:moveTo>
                <a:lnTo>
                  <a:pt x="699" y="350"/>
                </a:lnTo>
                <a:lnTo>
                  <a:pt x="934" y="350"/>
                </a:lnTo>
                <a:lnTo>
                  <a:pt x="934" y="584"/>
                </a:lnTo>
                <a:lnTo>
                  <a:pt x="699" y="584"/>
                </a:lnTo>
                <a:close/>
                <a:moveTo>
                  <a:pt x="349" y="235"/>
                </a:moveTo>
                <a:lnTo>
                  <a:pt x="349" y="0"/>
                </a:lnTo>
                <a:lnTo>
                  <a:pt x="584" y="0"/>
                </a:lnTo>
                <a:lnTo>
                  <a:pt x="584" y="235"/>
                </a:lnTo>
                <a:lnTo>
                  <a:pt x="349" y="235"/>
                </a:lnTo>
                <a:close/>
                <a:moveTo>
                  <a:pt x="699" y="0"/>
                </a:moveTo>
                <a:lnTo>
                  <a:pt x="934" y="0"/>
                </a:lnTo>
                <a:lnTo>
                  <a:pt x="934" y="235"/>
                </a:lnTo>
                <a:lnTo>
                  <a:pt x="699" y="235"/>
                </a:lnTo>
                <a:lnTo>
                  <a:pt x="699" y="0"/>
                </a:lnTo>
                <a:close/>
                <a:moveTo>
                  <a:pt x="349" y="584"/>
                </a:moveTo>
                <a:lnTo>
                  <a:pt x="349" y="350"/>
                </a:lnTo>
                <a:lnTo>
                  <a:pt x="584" y="350"/>
                </a:lnTo>
                <a:lnTo>
                  <a:pt x="584" y="584"/>
                </a:lnTo>
                <a:lnTo>
                  <a:pt x="349" y="584"/>
                </a:lnTo>
                <a:close/>
                <a:moveTo>
                  <a:pt x="0" y="584"/>
                </a:moveTo>
                <a:lnTo>
                  <a:pt x="0" y="350"/>
                </a:lnTo>
                <a:lnTo>
                  <a:pt x="235" y="350"/>
                </a:lnTo>
                <a:lnTo>
                  <a:pt x="235" y="584"/>
                </a:lnTo>
                <a:lnTo>
                  <a:pt x="0" y="584"/>
                </a:lnTo>
                <a:close/>
                <a:moveTo>
                  <a:pt x="0" y="934"/>
                </a:moveTo>
                <a:lnTo>
                  <a:pt x="0" y="699"/>
                </a:lnTo>
                <a:lnTo>
                  <a:pt x="235" y="699"/>
                </a:lnTo>
                <a:lnTo>
                  <a:pt x="235" y="934"/>
                </a:lnTo>
                <a:lnTo>
                  <a:pt x="0" y="934"/>
                </a:lnTo>
                <a:close/>
                <a:moveTo>
                  <a:pt x="349" y="934"/>
                </a:moveTo>
                <a:lnTo>
                  <a:pt x="349" y="699"/>
                </a:lnTo>
                <a:lnTo>
                  <a:pt x="584" y="699"/>
                </a:lnTo>
                <a:lnTo>
                  <a:pt x="584" y="934"/>
                </a:lnTo>
                <a:lnTo>
                  <a:pt x="349" y="934"/>
                </a:lnTo>
                <a:close/>
                <a:moveTo>
                  <a:pt x="0" y="235"/>
                </a:moveTo>
                <a:lnTo>
                  <a:pt x="0" y="0"/>
                </a:lnTo>
                <a:lnTo>
                  <a:pt x="235" y="0"/>
                </a:lnTo>
                <a:lnTo>
                  <a:pt x="235" y="235"/>
                </a:lnTo>
                <a:lnTo>
                  <a:pt x="0" y="235"/>
                </a:ln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52" name="Freeform 131">
            <a:extLst>
              <a:ext uri="{FF2B5EF4-FFF2-40B4-BE49-F238E27FC236}">
                <a16:creationId xmlns:a16="http://schemas.microsoft.com/office/drawing/2014/main" id="{F2646391-CA68-29C2-FFA9-43097AA50B0D}"/>
              </a:ext>
            </a:extLst>
          </p:cNvPr>
          <p:cNvSpPr>
            <a:spLocks noChangeArrowheads="1"/>
          </p:cNvSpPr>
          <p:nvPr/>
        </p:nvSpPr>
        <p:spPr bwMode="auto">
          <a:xfrm>
            <a:off x="10502851" y="1412272"/>
            <a:ext cx="289659" cy="322519"/>
          </a:xfrm>
          <a:custGeom>
            <a:avLst/>
            <a:gdLst>
              <a:gd name="T0" fmla="*/ 817 w 1050"/>
              <a:gd name="T1" fmla="*/ 468 h 1168"/>
              <a:gd name="T2" fmla="*/ 817 w 1050"/>
              <a:gd name="T3" fmla="*/ 350 h 1168"/>
              <a:gd name="T4" fmla="*/ 232 w 1050"/>
              <a:gd name="T5" fmla="*/ 350 h 1168"/>
              <a:gd name="T6" fmla="*/ 232 w 1050"/>
              <a:gd name="T7" fmla="*/ 468 h 1168"/>
              <a:gd name="T8" fmla="*/ 817 w 1050"/>
              <a:gd name="T9" fmla="*/ 468 h 1168"/>
              <a:gd name="T10" fmla="*/ 817 w 1050"/>
              <a:gd name="T11" fmla="*/ 700 h 1168"/>
              <a:gd name="T12" fmla="*/ 817 w 1050"/>
              <a:gd name="T13" fmla="*/ 585 h 1168"/>
              <a:gd name="T14" fmla="*/ 232 w 1050"/>
              <a:gd name="T15" fmla="*/ 585 h 1168"/>
              <a:gd name="T16" fmla="*/ 232 w 1050"/>
              <a:gd name="T17" fmla="*/ 700 h 1168"/>
              <a:gd name="T18" fmla="*/ 817 w 1050"/>
              <a:gd name="T19" fmla="*/ 700 h 1168"/>
              <a:gd name="T20" fmla="*/ 642 w 1050"/>
              <a:gd name="T21" fmla="*/ 935 h 1168"/>
              <a:gd name="T22" fmla="*/ 642 w 1050"/>
              <a:gd name="T23" fmla="*/ 818 h 1168"/>
              <a:gd name="T24" fmla="*/ 232 w 1050"/>
              <a:gd name="T25" fmla="*/ 818 h 1168"/>
              <a:gd name="T26" fmla="*/ 232 w 1050"/>
              <a:gd name="T27" fmla="*/ 935 h 1168"/>
              <a:gd name="T28" fmla="*/ 642 w 1050"/>
              <a:gd name="T29" fmla="*/ 935 h 1168"/>
              <a:gd name="T30" fmla="*/ 525 w 1050"/>
              <a:gd name="T31" fmla="*/ 118 h 1168"/>
              <a:gd name="T32" fmla="*/ 467 w 1050"/>
              <a:gd name="T33" fmla="*/ 175 h 1168"/>
              <a:gd name="T34" fmla="*/ 525 w 1050"/>
              <a:gd name="T35" fmla="*/ 235 h 1168"/>
              <a:gd name="T36" fmla="*/ 582 w 1050"/>
              <a:gd name="T37" fmla="*/ 175 h 1168"/>
              <a:gd name="T38" fmla="*/ 525 w 1050"/>
              <a:gd name="T39" fmla="*/ 118 h 1168"/>
              <a:gd name="T40" fmla="*/ 1049 w 1050"/>
              <a:gd name="T41" fmla="*/ 235 h 1168"/>
              <a:gd name="T42" fmla="*/ 1049 w 1050"/>
              <a:gd name="T43" fmla="*/ 1050 h 1168"/>
              <a:gd name="T44" fmla="*/ 932 w 1050"/>
              <a:gd name="T45" fmla="*/ 1167 h 1168"/>
              <a:gd name="T46" fmla="*/ 117 w 1050"/>
              <a:gd name="T47" fmla="*/ 1167 h 1168"/>
              <a:gd name="T48" fmla="*/ 0 w 1050"/>
              <a:gd name="T49" fmla="*/ 1050 h 1168"/>
              <a:gd name="T50" fmla="*/ 0 w 1050"/>
              <a:gd name="T51" fmla="*/ 235 h 1168"/>
              <a:gd name="T52" fmla="*/ 117 w 1050"/>
              <a:gd name="T53" fmla="*/ 118 h 1168"/>
              <a:gd name="T54" fmla="*/ 361 w 1050"/>
              <a:gd name="T55" fmla="*/ 118 h 1168"/>
              <a:gd name="T56" fmla="*/ 525 w 1050"/>
              <a:gd name="T57" fmla="*/ 0 h 1168"/>
              <a:gd name="T58" fmla="*/ 689 w 1050"/>
              <a:gd name="T59" fmla="*/ 118 h 1168"/>
              <a:gd name="T60" fmla="*/ 932 w 1050"/>
              <a:gd name="T61" fmla="*/ 118 h 1168"/>
              <a:gd name="T62" fmla="*/ 1049 w 1050"/>
              <a:gd name="T63"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0" h="1168">
                <a:moveTo>
                  <a:pt x="817" y="468"/>
                </a:moveTo>
                <a:lnTo>
                  <a:pt x="817" y="350"/>
                </a:lnTo>
                <a:lnTo>
                  <a:pt x="232" y="350"/>
                </a:lnTo>
                <a:lnTo>
                  <a:pt x="232" y="468"/>
                </a:lnTo>
                <a:lnTo>
                  <a:pt x="817" y="468"/>
                </a:lnTo>
                <a:close/>
                <a:moveTo>
                  <a:pt x="817" y="700"/>
                </a:moveTo>
                <a:lnTo>
                  <a:pt x="817" y="585"/>
                </a:lnTo>
                <a:lnTo>
                  <a:pt x="232" y="585"/>
                </a:lnTo>
                <a:lnTo>
                  <a:pt x="232" y="700"/>
                </a:lnTo>
                <a:lnTo>
                  <a:pt x="817" y="700"/>
                </a:lnTo>
                <a:close/>
                <a:moveTo>
                  <a:pt x="642" y="935"/>
                </a:moveTo>
                <a:lnTo>
                  <a:pt x="642" y="818"/>
                </a:lnTo>
                <a:lnTo>
                  <a:pt x="232" y="818"/>
                </a:lnTo>
                <a:lnTo>
                  <a:pt x="232" y="935"/>
                </a:lnTo>
                <a:lnTo>
                  <a:pt x="642" y="935"/>
                </a:lnTo>
                <a:close/>
                <a:moveTo>
                  <a:pt x="525" y="118"/>
                </a:moveTo>
                <a:cubicBezTo>
                  <a:pt x="493" y="118"/>
                  <a:pt x="467" y="143"/>
                  <a:pt x="467" y="175"/>
                </a:cubicBezTo>
                <a:cubicBezTo>
                  <a:pt x="467" y="208"/>
                  <a:pt x="493" y="235"/>
                  <a:pt x="525" y="235"/>
                </a:cubicBezTo>
                <a:cubicBezTo>
                  <a:pt x="558" y="235"/>
                  <a:pt x="582" y="208"/>
                  <a:pt x="582" y="175"/>
                </a:cubicBezTo>
                <a:cubicBezTo>
                  <a:pt x="582" y="143"/>
                  <a:pt x="558" y="118"/>
                  <a:pt x="525" y="118"/>
                </a:cubicBezTo>
                <a:close/>
                <a:moveTo>
                  <a:pt x="1049" y="235"/>
                </a:moveTo>
                <a:lnTo>
                  <a:pt x="1049" y="1050"/>
                </a:lnTo>
                <a:cubicBezTo>
                  <a:pt x="1049" y="1113"/>
                  <a:pt x="995" y="1167"/>
                  <a:pt x="932" y="1167"/>
                </a:cubicBezTo>
                <a:lnTo>
                  <a:pt x="117" y="1167"/>
                </a:lnTo>
                <a:cubicBezTo>
                  <a:pt x="55" y="1167"/>
                  <a:pt x="0" y="1113"/>
                  <a:pt x="0" y="1050"/>
                </a:cubicBezTo>
                <a:lnTo>
                  <a:pt x="0" y="235"/>
                </a:lnTo>
                <a:cubicBezTo>
                  <a:pt x="0" y="173"/>
                  <a:pt x="55" y="118"/>
                  <a:pt x="117" y="118"/>
                </a:cubicBezTo>
                <a:lnTo>
                  <a:pt x="361" y="118"/>
                </a:lnTo>
                <a:cubicBezTo>
                  <a:pt x="385" y="50"/>
                  <a:pt x="449" y="0"/>
                  <a:pt x="525" y="0"/>
                </a:cubicBezTo>
                <a:cubicBezTo>
                  <a:pt x="602" y="0"/>
                  <a:pt x="664" y="50"/>
                  <a:pt x="689"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53" name="Freeform 132">
            <a:extLst>
              <a:ext uri="{FF2B5EF4-FFF2-40B4-BE49-F238E27FC236}">
                <a16:creationId xmlns:a16="http://schemas.microsoft.com/office/drawing/2014/main" id="{8F5D4C3A-7976-EDE7-9767-E5819AC0EADA}"/>
              </a:ext>
            </a:extLst>
          </p:cNvPr>
          <p:cNvSpPr>
            <a:spLocks noChangeArrowheads="1"/>
          </p:cNvSpPr>
          <p:nvPr/>
        </p:nvSpPr>
        <p:spPr bwMode="auto">
          <a:xfrm>
            <a:off x="8221396" y="1412272"/>
            <a:ext cx="289659" cy="322519"/>
          </a:xfrm>
          <a:custGeom>
            <a:avLst/>
            <a:gdLst>
              <a:gd name="T0" fmla="*/ 407 w 1050"/>
              <a:gd name="T1" fmla="*/ 935 h 1168"/>
              <a:gd name="T2" fmla="*/ 874 w 1050"/>
              <a:gd name="T3" fmla="*/ 468 h 1168"/>
              <a:gd name="T4" fmla="*/ 792 w 1050"/>
              <a:gd name="T5" fmla="*/ 386 h 1168"/>
              <a:gd name="T6" fmla="*/ 407 w 1050"/>
              <a:gd name="T7" fmla="*/ 768 h 1168"/>
              <a:gd name="T8" fmla="*/ 257 w 1050"/>
              <a:gd name="T9" fmla="*/ 618 h 1168"/>
              <a:gd name="T10" fmla="*/ 175 w 1050"/>
              <a:gd name="T11" fmla="*/ 700 h 1168"/>
              <a:gd name="T12" fmla="*/ 407 w 1050"/>
              <a:gd name="T13" fmla="*/ 935 h 1168"/>
              <a:gd name="T14" fmla="*/ 524 w 1050"/>
              <a:gd name="T15" fmla="*/ 118 h 1168"/>
              <a:gd name="T16" fmla="*/ 467 w 1050"/>
              <a:gd name="T17" fmla="*/ 175 h 1168"/>
              <a:gd name="T18" fmla="*/ 524 w 1050"/>
              <a:gd name="T19" fmla="*/ 235 h 1168"/>
              <a:gd name="T20" fmla="*/ 582 w 1050"/>
              <a:gd name="T21" fmla="*/ 175 h 1168"/>
              <a:gd name="T22" fmla="*/ 524 w 1050"/>
              <a:gd name="T23" fmla="*/ 118 h 1168"/>
              <a:gd name="T24" fmla="*/ 1049 w 1050"/>
              <a:gd name="T25" fmla="*/ 235 h 1168"/>
              <a:gd name="T26" fmla="*/ 1049 w 1050"/>
              <a:gd name="T27" fmla="*/ 1050 h 1168"/>
              <a:gd name="T28" fmla="*/ 932 w 1050"/>
              <a:gd name="T29" fmla="*/ 1167 h 1168"/>
              <a:gd name="T30" fmla="*/ 117 w 1050"/>
              <a:gd name="T31" fmla="*/ 1167 h 1168"/>
              <a:gd name="T32" fmla="*/ 0 w 1050"/>
              <a:gd name="T33" fmla="*/ 1050 h 1168"/>
              <a:gd name="T34" fmla="*/ 0 w 1050"/>
              <a:gd name="T35" fmla="*/ 235 h 1168"/>
              <a:gd name="T36" fmla="*/ 117 w 1050"/>
              <a:gd name="T37" fmla="*/ 118 h 1168"/>
              <a:gd name="T38" fmla="*/ 360 w 1050"/>
              <a:gd name="T39" fmla="*/ 118 h 1168"/>
              <a:gd name="T40" fmla="*/ 524 w 1050"/>
              <a:gd name="T41" fmla="*/ 0 h 1168"/>
              <a:gd name="T42" fmla="*/ 688 w 1050"/>
              <a:gd name="T43" fmla="*/ 118 h 1168"/>
              <a:gd name="T44" fmla="*/ 932 w 1050"/>
              <a:gd name="T45" fmla="*/ 118 h 1168"/>
              <a:gd name="T46" fmla="*/ 1049 w 1050"/>
              <a:gd name="T47" fmla="*/ 235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50" h="1168">
                <a:moveTo>
                  <a:pt x="407" y="935"/>
                </a:moveTo>
                <a:lnTo>
                  <a:pt x="874" y="468"/>
                </a:lnTo>
                <a:lnTo>
                  <a:pt x="792" y="386"/>
                </a:lnTo>
                <a:lnTo>
                  <a:pt x="407" y="768"/>
                </a:lnTo>
                <a:lnTo>
                  <a:pt x="257" y="618"/>
                </a:lnTo>
                <a:lnTo>
                  <a:pt x="175" y="700"/>
                </a:lnTo>
                <a:lnTo>
                  <a:pt x="407" y="935"/>
                </a:lnTo>
                <a:close/>
                <a:moveTo>
                  <a:pt x="524" y="118"/>
                </a:moveTo>
                <a:cubicBezTo>
                  <a:pt x="492" y="118"/>
                  <a:pt x="467" y="143"/>
                  <a:pt x="467" y="175"/>
                </a:cubicBezTo>
                <a:cubicBezTo>
                  <a:pt x="467" y="208"/>
                  <a:pt x="492" y="235"/>
                  <a:pt x="524" y="235"/>
                </a:cubicBezTo>
                <a:cubicBezTo>
                  <a:pt x="557" y="235"/>
                  <a:pt x="582" y="208"/>
                  <a:pt x="582" y="175"/>
                </a:cubicBezTo>
                <a:cubicBezTo>
                  <a:pt x="582" y="143"/>
                  <a:pt x="557" y="118"/>
                  <a:pt x="524" y="118"/>
                </a:cubicBezTo>
                <a:close/>
                <a:moveTo>
                  <a:pt x="1049" y="235"/>
                </a:moveTo>
                <a:lnTo>
                  <a:pt x="1049" y="1050"/>
                </a:lnTo>
                <a:cubicBezTo>
                  <a:pt x="1049" y="1113"/>
                  <a:pt x="995" y="1167"/>
                  <a:pt x="932" y="1167"/>
                </a:cubicBezTo>
                <a:lnTo>
                  <a:pt x="117" y="1167"/>
                </a:lnTo>
                <a:cubicBezTo>
                  <a:pt x="54" y="1167"/>
                  <a:pt x="0" y="1113"/>
                  <a:pt x="0" y="1050"/>
                </a:cubicBezTo>
                <a:lnTo>
                  <a:pt x="0" y="235"/>
                </a:lnTo>
                <a:cubicBezTo>
                  <a:pt x="0" y="173"/>
                  <a:pt x="54" y="118"/>
                  <a:pt x="117" y="118"/>
                </a:cubicBezTo>
                <a:lnTo>
                  <a:pt x="360" y="118"/>
                </a:lnTo>
                <a:cubicBezTo>
                  <a:pt x="385" y="50"/>
                  <a:pt x="448" y="0"/>
                  <a:pt x="524" y="0"/>
                </a:cubicBezTo>
                <a:cubicBezTo>
                  <a:pt x="601" y="0"/>
                  <a:pt x="664" y="50"/>
                  <a:pt x="688" y="118"/>
                </a:cubicBezTo>
                <a:lnTo>
                  <a:pt x="932" y="118"/>
                </a:lnTo>
                <a:cubicBezTo>
                  <a:pt x="995" y="118"/>
                  <a:pt x="1049" y="173"/>
                  <a:pt x="1049" y="235"/>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4" name="文本框 3">
            <a:extLst>
              <a:ext uri="{FF2B5EF4-FFF2-40B4-BE49-F238E27FC236}">
                <a16:creationId xmlns:a16="http://schemas.microsoft.com/office/drawing/2014/main" id="{D37935C7-34A3-26D3-7BA3-D258D6759AC0}"/>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09A4C-9642-3765-2704-CB2D22A9AD51}"/>
            </a:ext>
          </a:extLst>
        </p:cNvPr>
        <p:cNvGrpSpPr/>
        <p:nvPr/>
      </p:nvGrpSpPr>
      <p:grpSpPr>
        <a:xfrm>
          <a:off x="0" y="0"/>
          <a:ext cx="0" cy="0"/>
          <a:chOff x="0" y="0"/>
          <a:chExt cx="0" cy="0"/>
        </a:xfrm>
      </p:grpSpPr>
      <p:sp>
        <p:nvSpPr>
          <p:cNvPr id="896" name="梯形 895">
            <a:extLst>
              <a:ext uri="{FF2B5EF4-FFF2-40B4-BE49-F238E27FC236}">
                <a16:creationId xmlns:a16="http://schemas.microsoft.com/office/drawing/2014/main" id="{A018278D-C760-3F7E-7B7E-1B5F0D8E6039}"/>
              </a:ext>
            </a:extLst>
          </p:cNvPr>
          <p:cNvSpPr/>
          <p:nvPr/>
        </p:nvSpPr>
        <p:spPr>
          <a:xfrm>
            <a:off x="4605079" y="3429000"/>
            <a:ext cx="2981840" cy="797442"/>
          </a:xfrm>
          <a:prstGeom prst="trapezoid">
            <a:avLst>
              <a:gd name="adj" fmla="val 87667"/>
            </a:avLst>
          </a:prstGeom>
          <a:solidFill>
            <a:schemeClr val="accent3"/>
          </a:solidFill>
          <a:ln>
            <a:noFill/>
          </a:ln>
          <a:scene3d>
            <a:camera prst="perspectiveRelaxedModerately"/>
            <a:lightRig rig="contrasting" dir="t"/>
          </a:scene3d>
          <a:sp3d extrusionH="127000" prstMaterial="plastic">
            <a:bevelB w="63500" h="63500"/>
            <a:extrusionClr>
              <a:schemeClr val="accent3">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得到</a:t>
            </a:r>
          </a:p>
        </p:txBody>
      </p:sp>
      <p:sp>
        <p:nvSpPr>
          <p:cNvPr id="899" name="梯形 898">
            <a:extLst>
              <a:ext uri="{FF2B5EF4-FFF2-40B4-BE49-F238E27FC236}">
                <a16:creationId xmlns:a16="http://schemas.microsoft.com/office/drawing/2014/main" id="{810194DD-55B5-A21A-A188-5689568BAF86}"/>
              </a:ext>
            </a:extLst>
          </p:cNvPr>
          <p:cNvSpPr/>
          <p:nvPr/>
        </p:nvSpPr>
        <p:spPr>
          <a:xfrm>
            <a:off x="3882360" y="4420487"/>
            <a:ext cx="4427279" cy="797442"/>
          </a:xfrm>
          <a:prstGeom prst="trapezoid">
            <a:avLst>
              <a:gd name="adj" fmla="val 89000"/>
            </a:avLst>
          </a:prstGeom>
          <a:solidFill>
            <a:schemeClr val="accent2"/>
          </a:solidFill>
          <a:ln>
            <a:noFill/>
          </a:ln>
          <a:scene3d>
            <a:camera prst="perspectiveRelaxedModerately"/>
            <a:lightRig rig="contrasting" dir="t"/>
          </a:scene3d>
          <a:sp3d extrusionH="127000" prstMaterial="plastic">
            <a:bevelB w="63500" h="63500"/>
            <a:extrusionClr>
              <a:schemeClr val="accent2">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前进</a:t>
            </a:r>
          </a:p>
        </p:txBody>
      </p:sp>
      <p:sp>
        <p:nvSpPr>
          <p:cNvPr id="900" name="梯形 899">
            <a:extLst>
              <a:ext uri="{FF2B5EF4-FFF2-40B4-BE49-F238E27FC236}">
                <a16:creationId xmlns:a16="http://schemas.microsoft.com/office/drawing/2014/main" id="{B94C26B9-5587-3A01-0324-D2F1E9245758}"/>
              </a:ext>
            </a:extLst>
          </p:cNvPr>
          <p:cNvSpPr/>
          <p:nvPr/>
        </p:nvSpPr>
        <p:spPr>
          <a:xfrm>
            <a:off x="3209462" y="5411973"/>
            <a:ext cx="5773075" cy="797442"/>
          </a:xfrm>
          <a:prstGeom prst="trapezoid">
            <a:avLst>
              <a:gd name="adj" fmla="val 75667"/>
            </a:avLst>
          </a:prstGeom>
          <a:solidFill>
            <a:schemeClr val="accent1"/>
          </a:solidFill>
          <a:ln>
            <a:noFill/>
          </a:ln>
          <a:scene3d>
            <a:camera prst="perspectiveRelaxedModerately"/>
            <a:lightRig rig="contrasting" dir="t"/>
          </a:scene3d>
          <a:sp3d extrusionH="127000" prstMaterial="plastic">
            <a:bevelB w="63500" h="63500"/>
            <a:extrusionClr>
              <a:schemeClr val="accent1">
                <a:lumMod val="75000"/>
              </a:schemeClr>
            </a:extrusionClr>
            <a:contourClr>
              <a:schemeClr val="bg1">
                <a:lumMod val="95000"/>
              </a:schemeClr>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努力</a:t>
            </a:r>
          </a:p>
        </p:txBody>
      </p:sp>
      <p:sp>
        <p:nvSpPr>
          <p:cNvPr id="901" name="七角星 900">
            <a:extLst>
              <a:ext uri="{FF2B5EF4-FFF2-40B4-BE49-F238E27FC236}">
                <a16:creationId xmlns:a16="http://schemas.microsoft.com/office/drawing/2014/main" id="{ECEE1C79-2170-5A90-26C3-15ECAE904AD2}"/>
              </a:ext>
            </a:extLst>
          </p:cNvPr>
          <p:cNvSpPr/>
          <p:nvPr/>
        </p:nvSpPr>
        <p:spPr>
          <a:xfrm>
            <a:off x="5409313" y="2214710"/>
            <a:ext cx="1373373" cy="1020245"/>
          </a:xfrm>
          <a:prstGeom prst="star7">
            <a:avLst/>
          </a:prstGeom>
          <a:gradFill>
            <a:gsLst>
              <a:gs pos="50000">
                <a:srgbClr val="6187CD">
                  <a:lumMod val="20000"/>
                  <a:lumOff val="80000"/>
                </a:srgbClr>
              </a:gs>
              <a:gs pos="100000">
                <a:schemeClr val="accent4">
                  <a:lumMod val="40000"/>
                  <a:lumOff val="60000"/>
                </a:schemeClr>
              </a:gs>
              <a:gs pos="0">
                <a:schemeClr val="accent1">
                  <a:lumMod val="40000"/>
                  <a:lumOff val="60000"/>
                </a:schemeClr>
              </a:gs>
            </a:gsLst>
            <a:path path="circle">
              <a:fillToRect l="100000" t="100000"/>
            </a:path>
          </a:gradFill>
          <a:ln>
            <a:noFill/>
          </a:ln>
          <a:scene3d>
            <a:camera prst="perspectiveRelaxedModerately"/>
            <a:lightRig rig="contrasting" dir="t"/>
          </a:scene3d>
          <a:sp3d extrusionH="127000" prstMaterial="plastic">
            <a:extrusionClr>
              <a:schemeClr val="accent1">
                <a:lumMod val="75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2">
                    <a:lumMod val="25000"/>
                  </a:schemeClr>
                </a:solidFill>
              </a:rPr>
              <a:t>成功</a:t>
            </a:r>
          </a:p>
        </p:txBody>
      </p:sp>
      <p:sp>
        <p:nvSpPr>
          <p:cNvPr id="918" name="文本框 917">
            <a:extLst>
              <a:ext uri="{FF2B5EF4-FFF2-40B4-BE49-F238E27FC236}">
                <a16:creationId xmlns:a16="http://schemas.microsoft.com/office/drawing/2014/main" id="{6F63BEDD-9CA7-F6EE-421A-C115F244345E}"/>
              </a:ext>
            </a:extLst>
          </p:cNvPr>
          <p:cNvSpPr txBox="1"/>
          <p:nvPr/>
        </p:nvSpPr>
        <p:spPr>
          <a:xfrm>
            <a:off x="9742821" y="1753044"/>
            <a:ext cx="1396536" cy="461665"/>
          </a:xfrm>
          <a:prstGeom prst="rect">
            <a:avLst/>
          </a:prstGeom>
          <a:noFill/>
        </p:spPr>
        <p:txBody>
          <a:bodyPr wrap="non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右侧标题</a:t>
            </a:r>
          </a:p>
        </p:txBody>
      </p:sp>
      <p:sp>
        <p:nvSpPr>
          <p:cNvPr id="925" name="文本框 924">
            <a:extLst>
              <a:ext uri="{FF2B5EF4-FFF2-40B4-BE49-F238E27FC236}">
                <a16:creationId xmlns:a16="http://schemas.microsoft.com/office/drawing/2014/main" id="{07A6FE71-4BCC-90DA-06C2-25290BAB3876}"/>
              </a:ext>
            </a:extLst>
          </p:cNvPr>
          <p:cNvSpPr txBox="1"/>
          <p:nvPr/>
        </p:nvSpPr>
        <p:spPr>
          <a:xfrm>
            <a:off x="1100632" y="1753045"/>
            <a:ext cx="1396536" cy="461665"/>
          </a:xfrm>
          <a:prstGeom prst="rect">
            <a:avLst/>
          </a:prstGeom>
          <a:noFill/>
        </p:spPr>
        <p:txBody>
          <a:bodyPr wrap="none" rtlCol="0">
            <a:spAutoFit/>
          </a:bodyPr>
          <a:lstStyle/>
          <a:p>
            <a:r>
              <a:rPr kumimoji="1" lang="zh-CN" altLang="en-US" sz="2400" b="1" dirty="0">
                <a:solidFill>
                  <a:schemeClr val="accent1"/>
                </a:solidFill>
                <a:latin typeface="Alibaba PuHuiTi" pitchFamily="18" charset="-122"/>
                <a:ea typeface="Alibaba PuHuiTi" pitchFamily="18" charset="-122"/>
                <a:cs typeface="Alibaba PuHuiTi" pitchFamily="18" charset="-122"/>
              </a:rPr>
              <a:t>左侧标题</a:t>
            </a:r>
          </a:p>
        </p:txBody>
      </p:sp>
      <p:sp>
        <p:nvSpPr>
          <p:cNvPr id="2" name="文本框 1">
            <a:extLst>
              <a:ext uri="{FF2B5EF4-FFF2-40B4-BE49-F238E27FC236}">
                <a16:creationId xmlns:a16="http://schemas.microsoft.com/office/drawing/2014/main" id="{737A542F-D45E-EE12-C01D-16520ADF9522}"/>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3" name="任意形状 2">
            <a:extLst>
              <a:ext uri="{FF2B5EF4-FFF2-40B4-BE49-F238E27FC236}">
                <a16:creationId xmlns:a16="http://schemas.microsoft.com/office/drawing/2014/main" id="{B70FDE84-8CC1-75DD-FCC8-9149C98A9603}"/>
              </a:ext>
            </a:extLst>
          </p:cNvPr>
          <p:cNvSpPr/>
          <p:nvPr/>
        </p:nvSpPr>
        <p:spPr>
          <a:xfrm>
            <a:off x="716860" y="2227999"/>
            <a:ext cx="2164080" cy="3981415"/>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normAutofit/>
          </a:bodyPr>
          <a:lstStyle/>
          <a:p>
            <a:r>
              <a:rPr lang="zh-CN" altLang="en-US" sz="1100" dirty="0">
                <a:latin typeface="Alibaba PuHuiTi" pitchFamily="18" charset="-122"/>
                <a:ea typeface="Alibaba PuHuiTi" pitchFamily="18" charset="-122"/>
                <a:cs typeface="Alibaba PuHuiTi" pitchFamily="18" charset="-122"/>
              </a:rPr>
              <a:t>左侧内容内容内容内容内容内容内容内容内容内容内容内容内容内容内容内容内容内容内容内容内容内容内容内容内容内容内容内容内容内容内容内容内容内容内容内容内容内容内容内容内容</a:t>
            </a:r>
          </a:p>
        </p:txBody>
      </p:sp>
      <p:sp>
        <p:nvSpPr>
          <p:cNvPr id="4" name="任意形状 3">
            <a:extLst>
              <a:ext uri="{FF2B5EF4-FFF2-40B4-BE49-F238E27FC236}">
                <a16:creationId xmlns:a16="http://schemas.microsoft.com/office/drawing/2014/main" id="{D007EBE4-0E30-DB69-C186-65E9B630FF05}"/>
              </a:ext>
            </a:extLst>
          </p:cNvPr>
          <p:cNvSpPr/>
          <p:nvPr/>
        </p:nvSpPr>
        <p:spPr>
          <a:xfrm>
            <a:off x="9313051" y="2241290"/>
            <a:ext cx="2256077" cy="3981414"/>
          </a:xfrm>
          <a:custGeom>
            <a:avLst/>
            <a:gdLst>
              <a:gd name="connsiteX0" fmla="*/ 0 w 2164080"/>
              <a:gd name="connsiteY0" fmla="*/ 0 h 2759710"/>
              <a:gd name="connsiteX1" fmla="*/ 2164080 w 2164080"/>
              <a:gd name="connsiteY1" fmla="*/ 0 h 2759710"/>
              <a:gd name="connsiteX2" fmla="*/ 2164080 w 2164080"/>
              <a:gd name="connsiteY2" fmla="*/ 2759710 h 2759710"/>
              <a:gd name="connsiteX3" fmla="*/ 0 w 2164080"/>
              <a:gd name="connsiteY3" fmla="*/ 2759710 h 2759710"/>
            </a:gdLst>
            <a:ahLst/>
            <a:cxnLst>
              <a:cxn ang="0">
                <a:pos x="connsiteX0" y="connsiteY0"/>
              </a:cxn>
              <a:cxn ang="0">
                <a:pos x="connsiteX1" y="connsiteY1"/>
              </a:cxn>
              <a:cxn ang="0">
                <a:pos x="connsiteX2" y="connsiteY2"/>
              </a:cxn>
              <a:cxn ang="0">
                <a:pos x="connsiteX3" y="connsiteY3"/>
              </a:cxn>
            </a:cxnLst>
            <a:rect l="l" t="t" r="r" b="b"/>
            <a:pathLst>
              <a:path w="2164080" h="2759710">
                <a:moveTo>
                  <a:pt x="0" y="0"/>
                </a:moveTo>
                <a:lnTo>
                  <a:pt x="2164080" y="0"/>
                </a:lnTo>
                <a:lnTo>
                  <a:pt x="2164080" y="2759710"/>
                </a:lnTo>
                <a:lnTo>
                  <a:pt x="0" y="2759710"/>
                </a:lnTo>
                <a:close/>
              </a:path>
            </a:pathLst>
          </a:custGeom>
          <a:solidFill>
            <a:schemeClr val="bg1">
              <a:lumMod val="95000"/>
            </a:schemeClr>
          </a:solidFill>
          <a:ln w="12700" cap="flat">
            <a:noFill/>
            <a:prstDash val="solid"/>
            <a:miter/>
          </a:ln>
        </p:spPr>
        <p:txBody>
          <a:bodyPr rtlCol="0" anchor="ctr"/>
          <a:lstStyle/>
          <a:p>
            <a:r>
              <a:rPr lang="zh-CN" altLang="en-US" sz="1050" dirty="0">
                <a:latin typeface="Alibaba PuHuiTi" pitchFamily="18" charset="-122"/>
                <a:ea typeface="Alibaba PuHuiTi" pitchFamily="18" charset="-122"/>
                <a:cs typeface="Alibaba PuHuiTi" pitchFamily="18" charset="-122"/>
              </a:rPr>
              <a:t>右侧内容内容内容内容内容内容内容内容内容内容内容内容内容内容内容内容内容内容内容内容内容内容内容内容内容内容内容内容内容内容内容内容内容内容内容内容内容内容内容内容内容</a:t>
            </a:r>
          </a:p>
          <a:p>
            <a:endParaRPr lang="zh-CN" altLang="en-US" sz="1050" dirty="0">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2423861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B393-F91A-AD23-8508-273F207651D3}"/>
            </a:ext>
          </a:extLst>
        </p:cNvPr>
        <p:cNvGrpSpPr/>
        <p:nvPr/>
      </p:nvGrpSpPr>
      <p:grpSpPr>
        <a:xfrm>
          <a:off x="0" y="0"/>
          <a:ext cx="0" cy="0"/>
          <a:chOff x="0" y="0"/>
          <a:chExt cx="0" cy="0"/>
        </a:xfrm>
      </p:grpSpPr>
      <p:sp>
        <p:nvSpPr>
          <p:cNvPr id="2" name="任意形状 1">
            <a:extLst>
              <a:ext uri="{FF2B5EF4-FFF2-40B4-BE49-F238E27FC236}">
                <a16:creationId xmlns:a16="http://schemas.microsoft.com/office/drawing/2014/main" id="{43095ED3-CC08-5531-E28D-C4BFD1CE5790}"/>
              </a:ext>
            </a:extLst>
          </p:cNvPr>
          <p:cNvSpPr/>
          <p:nvPr/>
        </p:nvSpPr>
        <p:spPr>
          <a:xfrm>
            <a:off x="548167"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1"/>
          </a:solidFill>
          <a:ln w="12700" cap="flat">
            <a:noFill/>
            <a:prstDash val="solid"/>
            <a:miter/>
          </a:ln>
          <a:effectLst/>
        </p:spPr>
        <p:txBody>
          <a:bodyPr rtlCol="0" anchor="ctr"/>
          <a:lstStyle/>
          <a:p>
            <a:endParaRPr lang="zh-CN" altLang="en-US"/>
          </a:p>
        </p:txBody>
      </p:sp>
      <p:sp>
        <p:nvSpPr>
          <p:cNvPr id="3" name="任意形状 2">
            <a:extLst>
              <a:ext uri="{FF2B5EF4-FFF2-40B4-BE49-F238E27FC236}">
                <a16:creationId xmlns:a16="http://schemas.microsoft.com/office/drawing/2014/main" id="{84BB276A-9319-49C6-BF5D-7D5F3C2AC56A}"/>
              </a:ext>
            </a:extLst>
          </p:cNvPr>
          <p:cNvSpPr/>
          <p:nvPr/>
        </p:nvSpPr>
        <p:spPr>
          <a:xfrm>
            <a:off x="3372646"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4"/>
          </a:solidFill>
          <a:ln w="12700" cap="flat">
            <a:noFill/>
            <a:prstDash val="solid"/>
            <a:miter/>
          </a:ln>
          <a:effectLst/>
        </p:spPr>
        <p:txBody>
          <a:bodyPr rtlCol="0" anchor="ctr"/>
          <a:lstStyle/>
          <a:p>
            <a:endParaRPr lang="zh-CN" altLang="en-US"/>
          </a:p>
        </p:txBody>
      </p:sp>
      <p:sp>
        <p:nvSpPr>
          <p:cNvPr id="5" name="任意形状 4">
            <a:extLst>
              <a:ext uri="{FF2B5EF4-FFF2-40B4-BE49-F238E27FC236}">
                <a16:creationId xmlns:a16="http://schemas.microsoft.com/office/drawing/2014/main" id="{3CC92FA9-D1C2-A6A6-5999-EF3DE023FD82}"/>
              </a:ext>
            </a:extLst>
          </p:cNvPr>
          <p:cNvSpPr/>
          <p:nvPr/>
        </p:nvSpPr>
        <p:spPr>
          <a:xfrm>
            <a:off x="6197127" y="1441170"/>
            <a:ext cx="2600960" cy="1530350"/>
          </a:xfrm>
          <a:custGeom>
            <a:avLst/>
            <a:gdLst>
              <a:gd name="connsiteX0" fmla="*/ 0 w 2600960"/>
              <a:gd name="connsiteY0" fmla="*/ 0 h 1530350"/>
              <a:gd name="connsiteX1" fmla="*/ 2600960 w 2600960"/>
              <a:gd name="connsiteY1" fmla="*/ 0 h 1530350"/>
              <a:gd name="connsiteX2" fmla="*/ 2600960 w 2600960"/>
              <a:gd name="connsiteY2" fmla="*/ 1530350 h 1530350"/>
              <a:gd name="connsiteX3" fmla="*/ 0 w 2600960"/>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60" h="1530350">
                <a:moveTo>
                  <a:pt x="0" y="0"/>
                </a:moveTo>
                <a:lnTo>
                  <a:pt x="2600960" y="0"/>
                </a:lnTo>
                <a:lnTo>
                  <a:pt x="2600960" y="1530350"/>
                </a:lnTo>
                <a:lnTo>
                  <a:pt x="0" y="1530350"/>
                </a:lnTo>
                <a:close/>
              </a:path>
            </a:pathLst>
          </a:custGeom>
          <a:solidFill>
            <a:schemeClr val="accent3"/>
          </a:solidFill>
          <a:ln w="12700" cap="flat">
            <a:noFill/>
            <a:prstDash val="solid"/>
            <a:miter/>
          </a:ln>
          <a:effectLst/>
        </p:spPr>
        <p:txBody>
          <a:bodyPr rtlCol="0" anchor="ctr"/>
          <a:lstStyle/>
          <a:p>
            <a:endParaRPr lang="zh-CN" altLang="en-US"/>
          </a:p>
        </p:txBody>
      </p:sp>
      <p:sp>
        <p:nvSpPr>
          <p:cNvPr id="6" name="任意形状 5">
            <a:extLst>
              <a:ext uri="{FF2B5EF4-FFF2-40B4-BE49-F238E27FC236}">
                <a16:creationId xmlns:a16="http://schemas.microsoft.com/office/drawing/2014/main" id="{7571A90D-6CDD-162E-BE97-541B70DECA6B}"/>
              </a:ext>
            </a:extLst>
          </p:cNvPr>
          <p:cNvSpPr/>
          <p:nvPr/>
        </p:nvSpPr>
        <p:spPr>
          <a:xfrm>
            <a:off x="9021607" y="1441170"/>
            <a:ext cx="2600959" cy="1530350"/>
          </a:xfrm>
          <a:custGeom>
            <a:avLst/>
            <a:gdLst>
              <a:gd name="connsiteX0" fmla="*/ 0 w 2600959"/>
              <a:gd name="connsiteY0" fmla="*/ 0 h 1530350"/>
              <a:gd name="connsiteX1" fmla="*/ 2600960 w 2600959"/>
              <a:gd name="connsiteY1" fmla="*/ 0 h 1530350"/>
              <a:gd name="connsiteX2" fmla="*/ 2600960 w 2600959"/>
              <a:gd name="connsiteY2" fmla="*/ 1530350 h 1530350"/>
              <a:gd name="connsiteX3" fmla="*/ 0 w 2600959"/>
              <a:gd name="connsiteY3" fmla="*/ 1530350 h 1530350"/>
            </a:gdLst>
            <a:ahLst/>
            <a:cxnLst>
              <a:cxn ang="0">
                <a:pos x="connsiteX0" y="connsiteY0"/>
              </a:cxn>
              <a:cxn ang="0">
                <a:pos x="connsiteX1" y="connsiteY1"/>
              </a:cxn>
              <a:cxn ang="0">
                <a:pos x="connsiteX2" y="connsiteY2"/>
              </a:cxn>
              <a:cxn ang="0">
                <a:pos x="connsiteX3" y="connsiteY3"/>
              </a:cxn>
            </a:cxnLst>
            <a:rect l="l" t="t" r="r" b="b"/>
            <a:pathLst>
              <a:path w="2600959" h="1530350">
                <a:moveTo>
                  <a:pt x="0" y="0"/>
                </a:moveTo>
                <a:lnTo>
                  <a:pt x="2600960" y="0"/>
                </a:lnTo>
                <a:lnTo>
                  <a:pt x="2600960" y="1530350"/>
                </a:lnTo>
                <a:lnTo>
                  <a:pt x="0" y="1530350"/>
                </a:lnTo>
                <a:close/>
              </a:path>
            </a:pathLst>
          </a:custGeom>
          <a:solidFill>
            <a:schemeClr val="accent1"/>
          </a:solidFill>
          <a:ln w="12700" cap="flat">
            <a:noFill/>
            <a:prstDash val="solid"/>
            <a:miter/>
          </a:ln>
          <a:effectLst/>
        </p:spPr>
        <p:txBody>
          <a:bodyPr rtlCol="0" anchor="ctr"/>
          <a:lstStyle/>
          <a:p>
            <a:endParaRPr lang="zh-CN" altLang="en-US"/>
          </a:p>
        </p:txBody>
      </p:sp>
      <p:grpSp>
        <p:nvGrpSpPr>
          <p:cNvPr id="7" name="组合 6">
            <a:extLst>
              <a:ext uri="{FF2B5EF4-FFF2-40B4-BE49-F238E27FC236}">
                <a16:creationId xmlns:a16="http://schemas.microsoft.com/office/drawing/2014/main" id="{A2640404-C6C6-D782-7FFD-918C61BC1C73}"/>
              </a:ext>
            </a:extLst>
          </p:cNvPr>
          <p:cNvGrpSpPr/>
          <p:nvPr/>
        </p:nvGrpSpPr>
        <p:grpSpPr>
          <a:xfrm>
            <a:off x="548167" y="3177260"/>
            <a:ext cx="2600960" cy="2838450"/>
            <a:chOff x="558800" y="2783841"/>
            <a:chExt cx="2600960" cy="2838450"/>
          </a:xfrm>
          <a:effectLst/>
        </p:grpSpPr>
        <p:sp>
          <p:nvSpPr>
            <p:cNvPr id="8" name="任意形状 7">
              <a:extLst>
                <a:ext uri="{FF2B5EF4-FFF2-40B4-BE49-F238E27FC236}">
                  <a16:creationId xmlns:a16="http://schemas.microsoft.com/office/drawing/2014/main" id="{77D53E51-7F25-31DC-A24E-53031080E1D2}"/>
                </a:ext>
              </a:extLst>
            </p:cNvPr>
            <p:cNvSpPr/>
            <p:nvPr/>
          </p:nvSpPr>
          <p:spPr>
            <a:xfrm>
              <a:off x="558800"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876117EF-FBC0-8050-5BC8-F076387C84F8}"/>
                </a:ext>
              </a:extLst>
            </p:cNvPr>
            <p:cNvSpPr/>
            <p:nvPr/>
          </p:nvSpPr>
          <p:spPr>
            <a:xfrm>
              <a:off x="558800"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1"/>
            </a:solidFill>
            <a:ln w="12700" cap="flat">
              <a:noFill/>
              <a:prstDash val="solid"/>
              <a:miter/>
            </a:ln>
          </p:spPr>
          <p:txBody>
            <a:bodyPr rtlCol="0" anchor="ctr"/>
            <a:lstStyle/>
            <a:p>
              <a:endParaRPr lang="zh-CN" altLang="en-US"/>
            </a:p>
          </p:txBody>
        </p:sp>
      </p:grpSp>
      <p:grpSp>
        <p:nvGrpSpPr>
          <p:cNvPr id="10" name="组合 9">
            <a:extLst>
              <a:ext uri="{FF2B5EF4-FFF2-40B4-BE49-F238E27FC236}">
                <a16:creationId xmlns:a16="http://schemas.microsoft.com/office/drawing/2014/main" id="{75FE8E08-6617-601E-26F5-63F088490677}"/>
              </a:ext>
            </a:extLst>
          </p:cNvPr>
          <p:cNvGrpSpPr/>
          <p:nvPr/>
        </p:nvGrpSpPr>
        <p:grpSpPr>
          <a:xfrm>
            <a:off x="3372646" y="3177260"/>
            <a:ext cx="2600960" cy="2838450"/>
            <a:chOff x="3383279" y="2783841"/>
            <a:chExt cx="2600960" cy="2838450"/>
          </a:xfrm>
          <a:effectLst/>
        </p:grpSpPr>
        <p:sp>
          <p:nvSpPr>
            <p:cNvPr id="11" name="任意形状 10">
              <a:extLst>
                <a:ext uri="{FF2B5EF4-FFF2-40B4-BE49-F238E27FC236}">
                  <a16:creationId xmlns:a16="http://schemas.microsoft.com/office/drawing/2014/main" id="{412DC746-5FDB-363D-57AC-F24ED80C2F8C}"/>
                </a:ext>
              </a:extLst>
            </p:cNvPr>
            <p:cNvSpPr/>
            <p:nvPr/>
          </p:nvSpPr>
          <p:spPr>
            <a:xfrm>
              <a:off x="3383279"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7BF8F7C5-54E9-1C4A-7EA9-89C288A618A1}"/>
                </a:ext>
              </a:extLst>
            </p:cNvPr>
            <p:cNvSpPr/>
            <p:nvPr/>
          </p:nvSpPr>
          <p:spPr>
            <a:xfrm>
              <a:off x="3383279"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4"/>
            </a:solidFill>
            <a:ln w="12700" cap="flat">
              <a:noFill/>
              <a:prstDash val="solid"/>
              <a:miter/>
            </a:ln>
          </p:spPr>
          <p:txBody>
            <a:bodyPr rtlCol="0" anchor="ctr"/>
            <a:lstStyle/>
            <a:p>
              <a:endParaRPr lang="zh-CN" altLang="en-US"/>
            </a:p>
          </p:txBody>
        </p:sp>
      </p:grpSp>
      <p:grpSp>
        <p:nvGrpSpPr>
          <p:cNvPr id="13" name="组合 12">
            <a:extLst>
              <a:ext uri="{FF2B5EF4-FFF2-40B4-BE49-F238E27FC236}">
                <a16:creationId xmlns:a16="http://schemas.microsoft.com/office/drawing/2014/main" id="{E583925E-0EC4-5586-35EF-23F74C63D352}"/>
              </a:ext>
            </a:extLst>
          </p:cNvPr>
          <p:cNvGrpSpPr/>
          <p:nvPr/>
        </p:nvGrpSpPr>
        <p:grpSpPr>
          <a:xfrm>
            <a:off x="6197127" y="3177260"/>
            <a:ext cx="2600960" cy="2838450"/>
            <a:chOff x="6207760" y="2783841"/>
            <a:chExt cx="2600960" cy="2838450"/>
          </a:xfrm>
          <a:effectLst/>
        </p:grpSpPr>
        <p:sp>
          <p:nvSpPr>
            <p:cNvPr id="14" name="任意形状 13">
              <a:extLst>
                <a:ext uri="{FF2B5EF4-FFF2-40B4-BE49-F238E27FC236}">
                  <a16:creationId xmlns:a16="http://schemas.microsoft.com/office/drawing/2014/main" id="{5EDA7A9A-9751-D5D3-6103-4760B7CA79B7}"/>
                </a:ext>
              </a:extLst>
            </p:cNvPr>
            <p:cNvSpPr/>
            <p:nvPr/>
          </p:nvSpPr>
          <p:spPr>
            <a:xfrm>
              <a:off x="6207760" y="2783841"/>
              <a:ext cx="2600960" cy="2838450"/>
            </a:xfrm>
            <a:custGeom>
              <a:avLst/>
              <a:gdLst>
                <a:gd name="connsiteX0" fmla="*/ 0 w 2600960"/>
                <a:gd name="connsiteY0" fmla="*/ 0 h 2838450"/>
                <a:gd name="connsiteX1" fmla="*/ 2600960 w 2600960"/>
                <a:gd name="connsiteY1" fmla="*/ 0 h 2838450"/>
                <a:gd name="connsiteX2" fmla="*/ 2600960 w 2600960"/>
                <a:gd name="connsiteY2" fmla="*/ 2838450 h 2838450"/>
                <a:gd name="connsiteX3" fmla="*/ 0 w 2600960"/>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60"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E3E95F7E-1B31-5BA8-6A80-01898DCD5821}"/>
                </a:ext>
              </a:extLst>
            </p:cNvPr>
            <p:cNvSpPr/>
            <p:nvPr/>
          </p:nvSpPr>
          <p:spPr>
            <a:xfrm>
              <a:off x="6207760" y="2783841"/>
              <a:ext cx="2600960" cy="732789"/>
            </a:xfrm>
            <a:custGeom>
              <a:avLst/>
              <a:gdLst>
                <a:gd name="connsiteX0" fmla="*/ 0 w 2600960"/>
                <a:gd name="connsiteY0" fmla="*/ 0 h 732789"/>
                <a:gd name="connsiteX1" fmla="*/ 2600960 w 2600960"/>
                <a:gd name="connsiteY1" fmla="*/ 0 h 732789"/>
                <a:gd name="connsiteX2" fmla="*/ 2600960 w 2600960"/>
                <a:gd name="connsiteY2" fmla="*/ 732790 h 732789"/>
                <a:gd name="connsiteX3" fmla="*/ 0 w 2600960"/>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60" h="732789">
                  <a:moveTo>
                    <a:pt x="0" y="0"/>
                  </a:moveTo>
                  <a:lnTo>
                    <a:pt x="2600960" y="0"/>
                  </a:lnTo>
                  <a:lnTo>
                    <a:pt x="2600960" y="732790"/>
                  </a:lnTo>
                  <a:lnTo>
                    <a:pt x="0" y="732790"/>
                  </a:lnTo>
                  <a:close/>
                </a:path>
              </a:pathLst>
            </a:custGeom>
            <a:solidFill>
              <a:schemeClr val="accent3"/>
            </a:solidFill>
            <a:ln w="12700" cap="flat">
              <a:noFill/>
              <a:prstDash val="solid"/>
              <a:miter/>
            </a:ln>
          </p:spPr>
          <p:txBody>
            <a:bodyPr rtlCol="0" anchor="ctr"/>
            <a:lstStyle/>
            <a:p>
              <a:endParaRPr lang="zh-CN" altLang="en-US"/>
            </a:p>
          </p:txBody>
        </p:sp>
      </p:grpSp>
      <p:grpSp>
        <p:nvGrpSpPr>
          <p:cNvPr id="16" name="组合 15">
            <a:extLst>
              <a:ext uri="{FF2B5EF4-FFF2-40B4-BE49-F238E27FC236}">
                <a16:creationId xmlns:a16="http://schemas.microsoft.com/office/drawing/2014/main" id="{0EA9B758-E4B5-98E0-A945-7A5430C0542D}"/>
              </a:ext>
            </a:extLst>
          </p:cNvPr>
          <p:cNvGrpSpPr/>
          <p:nvPr/>
        </p:nvGrpSpPr>
        <p:grpSpPr>
          <a:xfrm>
            <a:off x="9021607" y="3177260"/>
            <a:ext cx="2600959" cy="2838450"/>
            <a:chOff x="9032240" y="2783841"/>
            <a:chExt cx="2600959" cy="2838450"/>
          </a:xfrm>
          <a:effectLst/>
        </p:grpSpPr>
        <p:sp>
          <p:nvSpPr>
            <p:cNvPr id="17" name="任意形状 16">
              <a:extLst>
                <a:ext uri="{FF2B5EF4-FFF2-40B4-BE49-F238E27FC236}">
                  <a16:creationId xmlns:a16="http://schemas.microsoft.com/office/drawing/2014/main" id="{78BC6D32-452A-A7AF-AFF4-CD66BB11A00F}"/>
                </a:ext>
              </a:extLst>
            </p:cNvPr>
            <p:cNvSpPr/>
            <p:nvPr/>
          </p:nvSpPr>
          <p:spPr>
            <a:xfrm>
              <a:off x="9032240" y="2783841"/>
              <a:ext cx="2600959" cy="2838450"/>
            </a:xfrm>
            <a:custGeom>
              <a:avLst/>
              <a:gdLst>
                <a:gd name="connsiteX0" fmla="*/ 0 w 2600959"/>
                <a:gd name="connsiteY0" fmla="*/ 0 h 2838450"/>
                <a:gd name="connsiteX1" fmla="*/ 2600960 w 2600959"/>
                <a:gd name="connsiteY1" fmla="*/ 0 h 2838450"/>
                <a:gd name="connsiteX2" fmla="*/ 2600960 w 2600959"/>
                <a:gd name="connsiteY2" fmla="*/ 2838450 h 2838450"/>
                <a:gd name="connsiteX3" fmla="*/ 0 w 2600959"/>
                <a:gd name="connsiteY3" fmla="*/ 2838450 h 2838450"/>
              </a:gdLst>
              <a:ahLst/>
              <a:cxnLst>
                <a:cxn ang="0">
                  <a:pos x="connsiteX0" y="connsiteY0"/>
                </a:cxn>
                <a:cxn ang="0">
                  <a:pos x="connsiteX1" y="connsiteY1"/>
                </a:cxn>
                <a:cxn ang="0">
                  <a:pos x="connsiteX2" y="connsiteY2"/>
                </a:cxn>
                <a:cxn ang="0">
                  <a:pos x="connsiteX3" y="connsiteY3"/>
                </a:cxn>
              </a:cxnLst>
              <a:rect l="l" t="t" r="r" b="b"/>
              <a:pathLst>
                <a:path w="2600959" h="2838450">
                  <a:moveTo>
                    <a:pt x="0" y="0"/>
                  </a:moveTo>
                  <a:lnTo>
                    <a:pt x="2600960" y="0"/>
                  </a:lnTo>
                  <a:lnTo>
                    <a:pt x="2600960" y="2838450"/>
                  </a:lnTo>
                  <a:lnTo>
                    <a:pt x="0" y="2838450"/>
                  </a:lnTo>
                  <a:close/>
                </a:path>
              </a:pathLst>
            </a:custGeom>
            <a:solidFill>
              <a:schemeClr val="bg1"/>
            </a:solidFill>
            <a:ln w="12700" cap="flat">
              <a:noFill/>
              <a:prstDash val="solid"/>
              <a:miter/>
            </a:ln>
          </p:spPr>
          <p:txBody>
            <a:bodyPr rtlCol="0" anchor="ctr"/>
            <a:lstStyle/>
            <a:p>
              <a:endParaRPr lang="zh-CN" altLang="en-US"/>
            </a:p>
          </p:txBody>
        </p:sp>
        <p:sp>
          <p:nvSpPr>
            <p:cNvPr id="18" name="任意形状 17">
              <a:extLst>
                <a:ext uri="{FF2B5EF4-FFF2-40B4-BE49-F238E27FC236}">
                  <a16:creationId xmlns:a16="http://schemas.microsoft.com/office/drawing/2014/main" id="{AF2BD771-C9D0-B313-E218-E7D986C1372D}"/>
                </a:ext>
              </a:extLst>
            </p:cNvPr>
            <p:cNvSpPr/>
            <p:nvPr/>
          </p:nvSpPr>
          <p:spPr>
            <a:xfrm>
              <a:off x="9032240" y="2783841"/>
              <a:ext cx="2600959" cy="732789"/>
            </a:xfrm>
            <a:custGeom>
              <a:avLst/>
              <a:gdLst>
                <a:gd name="connsiteX0" fmla="*/ 0 w 2600959"/>
                <a:gd name="connsiteY0" fmla="*/ 0 h 732789"/>
                <a:gd name="connsiteX1" fmla="*/ 2600960 w 2600959"/>
                <a:gd name="connsiteY1" fmla="*/ 0 h 732789"/>
                <a:gd name="connsiteX2" fmla="*/ 2600960 w 2600959"/>
                <a:gd name="connsiteY2" fmla="*/ 732790 h 732789"/>
                <a:gd name="connsiteX3" fmla="*/ 0 w 2600959"/>
                <a:gd name="connsiteY3" fmla="*/ 732790 h 732789"/>
              </a:gdLst>
              <a:ahLst/>
              <a:cxnLst>
                <a:cxn ang="0">
                  <a:pos x="connsiteX0" y="connsiteY0"/>
                </a:cxn>
                <a:cxn ang="0">
                  <a:pos x="connsiteX1" y="connsiteY1"/>
                </a:cxn>
                <a:cxn ang="0">
                  <a:pos x="connsiteX2" y="connsiteY2"/>
                </a:cxn>
                <a:cxn ang="0">
                  <a:pos x="connsiteX3" y="connsiteY3"/>
                </a:cxn>
              </a:cxnLst>
              <a:rect l="l" t="t" r="r" b="b"/>
              <a:pathLst>
                <a:path w="2600959" h="732789">
                  <a:moveTo>
                    <a:pt x="0" y="0"/>
                  </a:moveTo>
                  <a:lnTo>
                    <a:pt x="2600960" y="0"/>
                  </a:lnTo>
                  <a:lnTo>
                    <a:pt x="2600960" y="732790"/>
                  </a:lnTo>
                  <a:lnTo>
                    <a:pt x="0" y="732790"/>
                  </a:lnTo>
                  <a:close/>
                </a:path>
              </a:pathLst>
            </a:custGeom>
            <a:solidFill>
              <a:schemeClr val="accent1"/>
            </a:solidFill>
            <a:ln w="12700" cap="flat">
              <a:noFill/>
              <a:prstDash val="solid"/>
              <a:miter/>
            </a:ln>
          </p:spPr>
          <p:txBody>
            <a:bodyPr rtlCol="0" anchor="ctr"/>
            <a:lstStyle/>
            <a:p>
              <a:endParaRPr lang="zh-CN" altLang="en-US"/>
            </a:p>
          </p:txBody>
        </p:sp>
      </p:grpSp>
      <p:sp>
        <p:nvSpPr>
          <p:cNvPr id="19" name="椭圆 18">
            <a:extLst>
              <a:ext uri="{FF2B5EF4-FFF2-40B4-BE49-F238E27FC236}">
                <a16:creationId xmlns:a16="http://schemas.microsoft.com/office/drawing/2014/main" id="{F56404FA-19EC-342E-7058-E15107049098}"/>
              </a:ext>
            </a:extLst>
          </p:cNvPr>
          <p:cNvSpPr/>
          <p:nvPr/>
        </p:nvSpPr>
        <p:spPr>
          <a:xfrm>
            <a:off x="1486695" y="2711805"/>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形状 19">
            <a:extLst>
              <a:ext uri="{FF2B5EF4-FFF2-40B4-BE49-F238E27FC236}">
                <a16:creationId xmlns:a16="http://schemas.microsoft.com/office/drawing/2014/main" id="{0EA4AC91-3C55-9F46-E74F-605F8B780076}"/>
              </a:ext>
            </a:extLst>
          </p:cNvPr>
          <p:cNvSpPr/>
          <p:nvPr/>
        </p:nvSpPr>
        <p:spPr>
          <a:xfrm>
            <a:off x="1584486" y="2817849"/>
            <a:ext cx="528319" cy="528320"/>
          </a:xfrm>
          <a:custGeom>
            <a:avLst/>
            <a:gdLst>
              <a:gd name="connsiteX0" fmla="*/ 264160 w 528319"/>
              <a:gd name="connsiteY0" fmla="*/ 0 h 528320"/>
              <a:gd name="connsiteX1" fmla="*/ 0 w 528319"/>
              <a:gd name="connsiteY1" fmla="*/ 264160 h 528320"/>
              <a:gd name="connsiteX2" fmla="*/ 264160 w 528319"/>
              <a:gd name="connsiteY2" fmla="*/ 528320 h 528320"/>
              <a:gd name="connsiteX3" fmla="*/ 528320 w 528319"/>
              <a:gd name="connsiteY3" fmla="*/ 264160 h 528320"/>
              <a:gd name="connsiteX4" fmla="*/ 264160 w 528319"/>
              <a:gd name="connsiteY4" fmla="*/ 0 h 528320"/>
              <a:gd name="connsiteX5" fmla="*/ 264160 w 528319"/>
              <a:gd name="connsiteY5" fmla="*/ 392430 h 528320"/>
              <a:gd name="connsiteX6" fmla="*/ 100330 w 528319"/>
              <a:gd name="connsiteY6" fmla="*/ 228600 h 528320"/>
              <a:gd name="connsiteX7" fmla="*/ 172720 w 528319"/>
              <a:gd name="connsiteY7" fmla="*/ 156210 h 528320"/>
              <a:gd name="connsiteX8" fmla="*/ 264160 w 528319"/>
              <a:gd name="connsiteY8" fmla="*/ 247650 h 528320"/>
              <a:gd name="connsiteX9" fmla="*/ 355600 w 528319"/>
              <a:gd name="connsiteY9" fmla="*/ 156210 h 528320"/>
              <a:gd name="connsiteX10" fmla="*/ 427990 w 528319"/>
              <a:gd name="connsiteY10" fmla="*/ 228600 h 528320"/>
              <a:gd name="connsiteX11" fmla="*/ 264160 w 528319"/>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19"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1"/>
          </a:solidFill>
          <a:ln w="12700" cap="flat">
            <a:noFill/>
            <a:prstDash val="solid"/>
            <a:miter/>
          </a:ln>
        </p:spPr>
        <p:txBody>
          <a:bodyPr rtlCol="0" anchor="ctr"/>
          <a:lstStyle/>
          <a:p>
            <a:endParaRPr lang="zh-CN" altLang="en-US"/>
          </a:p>
        </p:txBody>
      </p:sp>
      <p:sp>
        <p:nvSpPr>
          <p:cNvPr id="21" name="椭圆 20">
            <a:extLst>
              <a:ext uri="{FF2B5EF4-FFF2-40B4-BE49-F238E27FC236}">
                <a16:creationId xmlns:a16="http://schemas.microsoft.com/office/drawing/2014/main" id="{61221293-A68D-0F1E-58A9-9651C1E04CBD}"/>
              </a:ext>
            </a:extLst>
          </p:cNvPr>
          <p:cNvSpPr/>
          <p:nvPr/>
        </p:nvSpPr>
        <p:spPr>
          <a:xfrm>
            <a:off x="4311176" y="2720059"/>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1E64BF2-71B3-C76A-FE3D-8B91BC624162}"/>
              </a:ext>
            </a:extLst>
          </p:cNvPr>
          <p:cNvSpPr/>
          <p:nvPr/>
        </p:nvSpPr>
        <p:spPr>
          <a:xfrm>
            <a:off x="7135654" y="2720059"/>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27800269-E16D-7760-EFA8-32DBCE11FBC1}"/>
              </a:ext>
            </a:extLst>
          </p:cNvPr>
          <p:cNvSpPr/>
          <p:nvPr/>
        </p:nvSpPr>
        <p:spPr>
          <a:xfrm>
            <a:off x="9960139" y="2711805"/>
            <a:ext cx="723900" cy="7239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形状 23">
            <a:extLst>
              <a:ext uri="{FF2B5EF4-FFF2-40B4-BE49-F238E27FC236}">
                <a16:creationId xmlns:a16="http://schemas.microsoft.com/office/drawing/2014/main" id="{27D37E87-FA0C-01B0-BCEC-7EC3016A7421}"/>
              </a:ext>
            </a:extLst>
          </p:cNvPr>
          <p:cNvSpPr/>
          <p:nvPr/>
        </p:nvSpPr>
        <p:spPr>
          <a:xfrm>
            <a:off x="4408967" y="2817849"/>
            <a:ext cx="528320" cy="528320"/>
          </a:xfrm>
          <a:custGeom>
            <a:avLst/>
            <a:gdLst>
              <a:gd name="connsiteX0" fmla="*/ 264160 w 528320"/>
              <a:gd name="connsiteY0" fmla="*/ 0 h 528320"/>
              <a:gd name="connsiteX1" fmla="*/ 0 w 528320"/>
              <a:gd name="connsiteY1" fmla="*/ 264160 h 528320"/>
              <a:gd name="connsiteX2" fmla="*/ 264160 w 528320"/>
              <a:gd name="connsiteY2" fmla="*/ 528320 h 528320"/>
              <a:gd name="connsiteX3" fmla="*/ 528320 w 528320"/>
              <a:gd name="connsiteY3" fmla="*/ 264160 h 528320"/>
              <a:gd name="connsiteX4" fmla="*/ 264160 w 528320"/>
              <a:gd name="connsiteY4" fmla="*/ 0 h 528320"/>
              <a:gd name="connsiteX5" fmla="*/ 264160 w 528320"/>
              <a:gd name="connsiteY5" fmla="*/ 392430 h 528320"/>
              <a:gd name="connsiteX6" fmla="*/ 100330 w 528320"/>
              <a:gd name="connsiteY6" fmla="*/ 228600 h 528320"/>
              <a:gd name="connsiteX7" fmla="*/ 172720 w 528320"/>
              <a:gd name="connsiteY7" fmla="*/ 156210 h 528320"/>
              <a:gd name="connsiteX8" fmla="*/ 264160 w 528320"/>
              <a:gd name="connsiteY8" fmla="*/ 247650 h 528320"/>
              <a:gd name="connsiteX9" fmla="*/ 355600 w 528320"/>
              <a:gd name="connsiteY9" fmla="*/ 156210 h 528320"/>
              <a:gd name="connsiteX10" fmla="*/ 427990 w 528320"/>
              <a:gd name="connsiteY10" fmla="*/ 228600 h 528320"/>
              <a:gd name="connsiteX11" fmla="*/ 264160 w 528320"/>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20"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4"/>
          </a:solidFill>
          <a:ln w="12700" cap="flat">
            <a:noFill/>
            <a:prstDash val="solid"/>
            <a:miter/>
          </a:ln>
        </p:spPr>
        <p:txBody>
          <a:bodyPr rtlCol="0" anchor="ctr"/>
          <a:lstStyle/>
          <a:p>
            <a:endParaRPr lang="zh-CN" altLang="en-US"/>
          </a:p>
        </p:txBody>
      </p:sp>
      <p:sp>
        <p:nvSpPr>
          <p:cNvPr id="25" name="任意形状 24">
            <a:extLst>
              <a:ext uri="{FF2B5EF4-FFF2-40B4-BE49-F238E27FC236}">
                <a16:creationId xmlns:a16="http://schemas.microsoft.com/office/drawing/2014/main" id="{CDF09485-B97D-9D8E-8918-69EE58B99371}"/>
              </a:ext>
            </a:extLst>
          </p:cNvPr>
          <p:cNvSpPr/>
          <p:nvPr/>
        </p:nvSpPr>
        <p:spPr>
          <a:xfrm>
            <a:off x="7233447" y="2817849"/>
            <a:ext cx="528319" cy="528320"/>
          </a:xfrm>
          <a:custGeom>
            <a:avLst/>
            <a:gdLst>
              <a:gd name="connsiteX0" fmla="*/ 264160 w 528319"/>
              <a:gd name="connsiteY0" fmla="*/ 0 h 528320"/>
              <a:gd name="connsiteX1" fmla="*/ 0 w 528319"/>
              <a:gd name="connsiteY1" fmla="*/ 264160 h 528320"/>
              <a:gd name="connsiteX2" fmla="*/ 264160 w 528319"/>
              <a:gd name="connsiteY2" fmla="*/ 528320 h 528320"/>
              <a:gd name="connsiteX3" fmla="*/ 528320 w 528319"/>
              <a:gd name="connsiteY3" fmla="*/ 264160 h 528320"/>
              <a:gd name="connsiteX4" fmla="*/ 264160 w 528319"/>
              <a:gd name="connsiteY4" fmla="*/ 0 h 528320"/>
              <a:gd name="connsiteX5" fmla="*/ 264160 w 528319"/>
              <a:gd name="connsiteY5" fmla="*/ 392430 h 528320"/>
              <a:gd name="connsiteX6" fmla="*/ 100330 w 528319"/>
              <a:gd name="connsiteY6" fmla="*/ 228600 h 528320"/>
              <a:gd name="connsiteX7" fmla="*/ 172720 w 528319"/>
              <a:gd name="connsiteY7" fmla="*/ 156210 h 528320"/>
              <a:gd name="connsiteX8" fmla="*/ 264160 w 528319"/>
              <a:gd name="connsiteY8" fmla="*/ 247650 h 528320"/>
              <a:gd name="connsiteX9" fmla="*/ 355600 w 528319"/>
              <a:gd name="connsiteY9" fmla="*/ 156210 h 528320"/>
              <a:gd name="connsiteX10" fmla="*/ 427989 w 528319"/>
              <a:gd name="connsiteY10" fmla="*/ 228600 h 528320"/>
              <a:gd name="connsiteX11" fmla="*/ 264160 w 528319"/>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19"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89" y="228600"/>
                </a:lnTo>
                <a:lnTo>
                  <a:pt x="264160" y="392430"/>
                </a:lnTo>
                <a:close/>
              </a:path>
            </a:pathLst>
          </a:custGeom>
          <a:solidFill>
            <a:schemeClr val="accent3"/>
          </a:solidFill>
          <a:ln w="12700" cap="flat">
            <a:noFill/>
            <a:prstDash val="solid"/>
            <a:miter/>
          </a:ln>
        </p:spPr>
        <p:txBody>
          <a:bodyPr rtlCol="0" anchor="ctr"/>
          <a:lstStyle/>
          <a:p>
            <a:endParaRPr lang="zh-CN" altLang="en-US"/>
          </a:p>
        </p:txBody>
      </p:sp>
      <p:sp>
        <p:nvSpPr>
          <p:cNvPr id="26" name="任意形状 25">
            <a:extLst>
              <a:ext uri="{FF2B5EF4-FFF2-40B4-BE49-F238E27FC236}">
                <a16:creationId xmlns:a16="http://schemas.microsoft.com/office/drawing/2014/main" id="{920923FD-984D-7406-16D4-CCBFCA68C134}"/>
              </a:ext>
            </a:extLst>
          </p:cNvPr>
          <p:cNvSpPr/>
          <p:nvPr/>
        </p:nvSpPr>
        <p:spPr>
          <a:xfrm>
            <a:off x="10057926" y="2817849"/>
            <a:ext cx="528320" cy="528320"/>
          </a:xfrm>
          <a:custGeom>
            <a:avLst/>
            <a:gdLst>
              <a:gd name="connsiteX0" fmla="*/ 264160 w 528320"/>
              <a:gd name="connsiteY0" fmla="*/ 0 h 528320"/>
              <a:gd name="connsiteX1" fmla="*/ 0 w 528320"/>
              <a:gd name="connsiteY1" fmla="*/ 264160 h 528320"/>
              <a:gd name="connsiteX2" fmla="*/ 264160 w 528320"/>
              <a:gd name="connsiteY2" fmla="*/ 528320 h 528320"/>
              <a:gd name="connsiteX3" fmla="*/ 528320 w 528320"/>
              <a:gd name="connsiteY3" fmla="*/ 264160 h 528320"/>
              <a:gd name="connsiteX4" fmla="*/ 264160 w 528320"/>
              <a:gd name="connsiteY4" fmla="*/ 0 h 528320"/>
              <a:gd name="connsiteX5" fmla="*/ 264160 w 528320"/>
              <a:gd name="connsiteY5" fmla="*/ 392430 h 528320"/>
              <a:gd name="connsiteX6" fmla="*/ 100330 w 528320"/>
              <a:gd name="connsiteY6" fmla="*/ 228600 h 528320"/>
              <a:gd name="connsiteX7" fmla="*/ 172720 w 528320"/>
              <a:gd name="connsiteY7" fmla="*/ 156210 h 528320"/>
              <a:gd name="connsiteX8" fmla="*/ 264160 w 528320"/>
              <a:gd name="connsiteY8" fmla="*/ 247650 h 528320"/>
              <a:gd name="connsiteX9" fmla="*/ 355600 w 528320"/>
              <a:gd name="connsiteY9" fmla="*/ 156210 h 528320"/>
              <a:gd name="connsiteX10" fmla="*/ 427990 w 528320"/>
              <a:gd name="connsiteY10" fmla="*/ 228600 h 528320"/>
              <a:gd name="connsiteX11" fmla="*/ 264160 w 528320"/>
              <a:gd name="connsiteY11" fmla="*/ 392430 h 52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8320" h="528320">
                <a:moveTo>
                  <a:pt x="264160" y="0"/>
                </a:moveTo>
                <a:cubicBezTo>
                  <a:pt x="118110" y="0"/>
                  <a:pt x="0" y="118110"/>
                  <a:pt x="0" y="264160"/>
                </a:cubicBezTo>
                <a:cubicBezTo>
                  <a:pt x="0" y="410210"/>
                  <a:pt x="118110" y="528320"/>
                  <a:pt x="264160" y="528320"/>
                </a:cubicBezTo>
                <a:cubicBezTo>
                  <a:pt x="410210" y="528320"/>
                  <a:pt x="528320" y="410210"/>
                  <a:pt x="528320" y="264160"/>
                </a:cubicBezTo>
                <a:cubicBezTo>
                  <a:pt x="528320" y="118110"/>
                  <a:pt x="410210" y="0"/>
                  <a:pt x="264160" y="0"/>
                </a:cubicBezTo>
                <a:close/>
                <a:moveTo>
                  <a:pt x="264160" y="392430"/>
                </a:moveTo>
                <a:lnTo>
                  <a:pt x="100330" y="228600"/>
                </a:lnTo>
                <a:lnTo>
                  <a:pt x="172720" y="156210"/>
                </a:lnTo>
                <a:lnTo>
                  <a:pt x="264160" y="247650"/>
                </a:lnTo>
                <a:lnTo>
                  <a:pt x="355600" y="156210"/>
                </a:lnTo>
                <a:lnTo>
                  <a:pt x="427990" y="228600"/>
                </a:lnTo>
                <a:lnTo>
                  <a:pt x="264160" y="392430"/>
                </a:lnTo>
                <a:close/>
              </a:path>
            </a:pathLst>
          </a:custGeom>
          <a:solidFill>
            <a:schemeClr val="accent1"/>
          </a:solidFill>
          <a:ln w="12700" cap="flat">
            <a:noFill/>
            <a:prstDash val="solid"/>
            <a:miter/>
          </a:ln>
        </p:spPr>
        <p:txBody>
          <a:bodyPr rtlCol="0" anchor="ctr"/>
          <a:lstStyle/>
          <a:p>
            <a:endParaRPr lang="zh-CN" altLang="en-US"/>
          </a:p>
        </p:txBody>
      </p:sp>
      <p:sp>
        <p:nvSpPr>
          <p:cNvPr id="27" name="文本框 26">
            <a:extLst>
              <a:ext uri="{FF2B5EF4-FFF2-40B4-BE49-F238E27FC236}">
                <a16:creationId xmlns:a16="http://schemas.microsoft.com/office/drawing/2014/main" id="{EC6BC8A4-33AD-F3CF-3098-BB6C15A78242}"/>
              </a:ext>
            </a:extLst>
          </p:cNvPr>
          <p:cNvSpPr txBox="1"/>
          <p:nvPr/>
        </p:nvSpPr>
        <p:spPr>
          <a:xfrm>
            <a:off x="899318"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28" name="文本框 27">
            <a:extLst>
              <a:ext uri="{FF2B5EF4-FFF2-40B4-BE49-F238E27FC236}">
                <a16:creationId xmlns:a16="http://schemas.microsoft.com/office/drawing/2014/main" id="{33FB78F4-0598-B127-6668-3D448E34E3B2}"/>
              </a:ext>
            </a:extLst>
          </p:cNvPr>
          <p:cNvSpPr txBox="1"/>
          <p:nvPr/>
        </p:nvSpPr>
        <p:spPr>
          <a:xfrm>
            <a:off x="3723799"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29" name="文本框 28">
            <a:extLst>
              <a:ext uri="{FF2B5EF4-FFF2-40B4-BE49-F238E27FC236}">
                <a16:creationId xmlns:a16="http://schemas.microsoft.com/office/drawing/2014/main" id="{5225E613-7C79-AB48-CC31-FE49FD7FB58F}"/>
              </a:ext>
            </a:extLst>
          </p:cNvPr>
          <p:cNvSpPr txBox="1"/>
          <p:nvPr/>
        </p:nvSpPr>
        <p:spPr>
          <a:xfrm>
            <a:off x="6548280"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30" name="文本框 29">
            <a:extLst>
              <a:ext uri="{FF2B5EF4-FFF2-40B4-BE49-F238E27FC236}">
                <a16:creationId xmlns:a16="http://schemas.microsoft.com/office/drawing/2014/main" id="{CEA052EF-D892-219E-2835-A972AB1E87CA}"/>
              </a:ext>
            </a:extLst>
          </p:cNvPr>
          <p:cNvSpPr txBox="1"/>
          <p:nvPr/>
        </p:nvSpPr>
        <p:spPr>
          <a:xfrm>
            <a:off x="9372761" y="1915803"/>
            <a:ext cx="1898654" cy="400110"/>
          </a:xfrm>
          <a:prstGeom prst="rect">
            <a:avLst/>
          </a:prstGeom>
          <a:noFill/>
        </p:spPr>
        <p:txBody>
          <a:bodyPr wrap="square">
            <a:spAutoFit/>
          </a:bodyPr>
          <a:lstStyle/>
          <a:p>
            <a:pPr algn="ctr"/>
            <a:r>
              <a:rPr kumimoji="1" lang="zh-CN" altLang="en-US" sz="2000" b="1" dirty="0">
                <a:solidFill>
                  <a:schemeClr val="bg1"/>
                </a:solidFill>
                <a:latin typeface="Alibaba PuHuiTi" pitchFamily="18" charset="-122"/>
                <a:ea typeface="Alibaba PuHuiTi" pitchFamily="18" charset="-122"/>
                <a:cs typeface="Alibaba PuHuiTi" pitchFamily="18" charset="-122"/>
              </a:rPr>
              <a:t>列标题 </a:t>
            </a:r>
            <a:endParaRPr lang="zh-CN" altLang="en-US" sz="2000" b="1" dirty="0">
              <a:solidFill>
                <a:schemeClr val="bg1"/>
              </a:solidFill>
            </a:endParaRPr>
          </a:p>
        </p:txBody>
      </p:sp>
      <p:sp>
        <p:nvSpPr>
          <p:cNvPr id="31" name="文本框 30">
            <a:extLst>
              <a:ext uri="{FF2B5EF4-FFF2-40B4-BE49-F238E27FC236}">
                <a16:creationId xmlns:a16="http://schemas.microsoft.com/office/drawing/2014/main" id="{66CC28FB-26B6-C206-C462-DDC038F70705}"/>
              </a:ext>
            </a:extLst>
          </p:cNvPr>
          <p:cNvSpPr txBox="1"/>
          <p:nvPr/>
        </p:nvSpPr>
        <p:spPr>
          <a:xfrm>
            <a:off x="545420"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32" name="文本框 31">
            <a:extLst>
              <a:ext uri="{FF2B5EF4-FFF2-40B4-BE49-F238E27FC236}">
                <a16:creationId xmlns:a16="http://schemas.microsoft.com/office/drawing/2014/main" id="{4ACD42CD-0C12-97C9-0A1C-C978FF07E598}"/>
              </a:ext>
            </a:extLst>
          </p:cNvPr>
          <p:cNvSpPr txBox="1"/>
          <p:nvPr/>
        </p:nvSpPr>
        <p:spPr>
          <a:xfrm>
            <a:off x="3370816"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33" name="文本框 32">
            <a:extLst>
              <a:ext uri="{FF2B5EF4-FFF2-40B4-BE49-F238E27FC236}">
                <a16:creationId xmlns:a16="http://schemas.microsoft.com/office/drawing/2014/main" id="{7CAA05AB-E983-A9B4-1A30-92F47C606C94}"/>
              </a:ext>
            </a:extLst>
          </p:cNvPr>
          <p:cNvSpPr txBox="1"/>
          <p:nvPr/>
        </p:nvSpPr>
        <p:spPr>
          <a:xfrm>
            <a:off x="6196212"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34" name="文本框 33">
            <a:extLst>
              <a:ext uri="{FF2B5EF4-FFF2-40B4-BE49-F238E27FC236}">
                <a16:creationId xmlns:a16="http://schemas.microsoft.com/office/drawing/2014/main" id="{686D6CCD-9A24-03F4-B8C9-F2C829291558}"/>
              </a:ext>
            </a:extLst>
          </p:cNvPr>
          <p:cNvSpPr txBox="1"/>
          <p:nvPr/>
        </p:nvSpPr>
        <p:spPr>
          <a:xfrm>
            <a:off x="9021607" y="3472168"/>
            <a:ext cx="2600960" cy="338554"/>
          </a:xfrm>
          <a:prstGeom prst="rect">
            <a:avLst/>
          </a:prstGeom>
          <a:noFill/>
        </p:spPr>
        <p:txBody>
          <a:bodyPr wrap="square">
            <a:spAutoFit/>
          </a:bodyPr>
          <a:lstStyle/>
          <a:p>
            <a:pPr algn="ctr"/>
            <a:r>
              <a:rPr lang="zh-CN" altLang="en-US" sz="1600" dirty="0">
                <a:solidFill>
                  <a:schemeClr val="bg1"/>
                </a:solidFill>
                <a:latin typeface="Alibaba PuHuiTi" panose="00020600040101010101" pitchFamily="18" charset="-122"/>
                <a:ea typeface="Alibaba PuHuiTi" panose="00020600040101010101" pitchFamily="18" charset="-122"/>
                <a:cs typeface="Alibaba PuHuiTi" panose="00020600040101010101" pitchFamily="18" charset="-122"/>
              </a:rPr>
              <a:t>核心提示</a:t>
            </a:r>
          </a:p>
        </p:txBody>
      </p:sp>
      <p:sp>
        <p:nvSpPr>
          <p:cNvPr id="35" name="文本框 34">
            <a:extLst>
              <a:ext uri="{FF2B5EF4-FFF2-40B4-BE49-F238E27FC236}">
                <a16:creationId xmlns:a16="http://schemas.microsoft.com/office/drawing/2014/main" id="{DD1DB68E-16BF-875D-F2AF-0742099B7BA5}"/>
              </a:ext>
            </a:extLst>
          </p:cNvPr>
          <p:cNvSpPr txBox="1"/>
          <p:nvPr/>
        </p:nvSpPr>
        <p:spPr>
          <a:xfrm>
            <a:off x="545420"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内容内容内容内容内容内容内容内容内容内容内容内容内容内容内容内容内容内容内容内容内容内容内容内容内容内容内容内容</a:t>
            </a:r>
          </a:p>
        </p:txBody>
      </p:sp>
      <p:sp>
        <p:nvSpPr>
          <p:cNvPr id="39" name="文本框 38">
            <a:extLst>
              <a:ext uri="{FF2B5EF4-FFF2-40B4-BE49-F238E27FC236}">
                <a16:creationId xmlns:a16="http://schemas.microsoft.com/office/drawing/2014/main" id="{4BDA1081-3249-709D-57DF-D87A726F3296}"/>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40" name="文本框 39">
            <a:extLst>
              <a:ext uri="{FF2B5EF4-FFF2-40B4-BE49-F238E27FC236}">
                <a16:creationId xmlns:a16="http://schemas.microsoft.com/office/drawing/2014/main" id="{DD04405B-009F-A774-0192-A245AE7CF2C8}"/>
              </a:ext>
            </a:extLst>
          </p:cNvPr>
          <p:cNvSpPr txBox="1"/>
          <p:nvPr/>
        </p:nvSpPr>
        <p:spPr>
          <a:xfrm>
            <a:off x="3370817"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
        <p:nvSpPr>
          <p:cNvPr id="41" name="文本框 40">
            <a:extLst>
              <a:ext uri="{FF2B5EF4-FFF2-40B4-BE49-F238E27FC236}">
                <a16:creationId xmlns:a16="http://schemas.microsoft.com/office/drawing/2014/main" id="{045EE91C-A007-F9B6-D0CC-A3A5E8CA1342}"/>
              </a:ext>
            </a:extLst>
          </p:cNvPr>
          <p:cNvSpPr txBox="1"/>
          <p:nvPr/>
        </p:nvSpPr>
        <p:spPr>
          <a:xfrm>
            <a:off x="6196213" y="4105630"/>
            <a:ext cx="2600959" cy="2115820"/>
          </a:xfrm>
          <a:prstGeom prst="rect">
            <a:avLst/>
          </a:prstGeom>
          <a:pattFill prst="divot">
            <a:fgClr>
              <a:schemeClr val="bg1">
                <a:lumMod val="95000"/>
              </a:schemeClr>
            </a:fgClr>
            <a:bgClr>
              <a:schemeClr val="bg1"/>
            </a:bgClr>
          </a:patt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
        <p:nvSpPr>
          <p:cNvPr id="42" name="文本框 41">
            <a:extLst>
              <a:ext uri="{FF2B5EF4-FFF2-40B4-BE49-F238E27FC236}">
                <a16:creationId xmlns:a16="http://schemas.microsoft.com/office/drawing/2014/main" id="{7A8E8E2B-FA1D-AFB4-0A2A-397BEA59453E}"/>
              </a:ext>
            </a:extLst>
          </p:cNvPr>
          <p:cNvSpPr txBox="1"/>
          <p:nvPr/>
        </p:nvSpPr>
        <p:spPr>
          <a:xfrm>
            <a:off x="9053505" y="4105630"/>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
        <p:nvSpPr>
          <p:cNvPr id="43" name="文本框 42">
            <a:extLst>
              <a:ext uri="{FF2B5EF4-FFF2-40B4-BE49-F238E27FC236}">
                <a16:creationId xmlns:a16="http://schemas.microsoft.com/office/drawing/2014/main" id="{1A027A9E-2984-7D6D-481E-CAFC26C7EF4F}"/>
              </a:ext>
            </a:extLst>
          </p:cNvPr>
          <p:cNvSpPr txBox="1"/>
          <p:nvPr/>
        </p:nvSpPr>
        <p:spPr>
          <a:xfrm>
            <a:off x="6196213" y="4122538"/>
            <a:ext cx="2600959" cy="2115820"/>
          </a:xfrm>
          <a:prstGeom prst="rect">
            <a:avLst/>
          </a:prstGeom>
          <a:solidFill>
            <a:schemeClr val="bg1">
              <a:lumMod val="95000"/>
            </a:schemeClr>
          </a:solidFill>
        </p:spPr>
        <p:txBody>
          <a:bodyPr wrap="square">
            <a:normAutofit/>
          </a:bodyPr>
          <a:lstStyle/>
          <a:p>
            <a:pPr algn="just">
              <a:lnSpc>
                <a:spcPct val="150000"/>
              </a:lnSpc>
              <a:spcAft>
                <a:spcPts val="1000"/>
              </a:spcAft>
            </a:pPr>
            <a:r>
              <a:rPr lang="zh-CN" altLang="en-US" sz="1000" dirty="0">
                <a:latin typeface="Alibaba PuHuiTi" panose="00020600040101010101" pitchFamily="18" charset="-122"/>
                <a:ea typeface="Alibaba PuHuiTi" panose="00020600040101010101" pitchFamily="18" charset="-122"/>
                <a:cs typeface="Alibaba PuHuiTi" panose="00020600040101010101" pitchFamily="18" charset="-122"/>
              </a:rPr>
              <a:t>内容内容内容内容内容内容内容内容内容内容内容内容内容内容内容内容内容内容内容内容内容内容内容内容内容</a:t>
            </a:r>
          </a:p>
        </p:txBody>
      </p:sp>
    </p:spTree>
    <p:extLst>
      <p:ext uri="{BB962C8B-B14F-4D97-AF65-F5344CB8AC3E}">
        <p14:creationId xmlns:p14="http://schemas.microsoft.com/office/powerpoint/2010/main" val="345529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7B03B-47E5-CB5F-55C5-F9AAC7B2D1DC}"/>
            </a:ext>
          </a:extLst>
        </p:cNvPr>
        <p:cNvGrpSpPr/>
        <p:nvPr/>
      </p:nvGrpSpPr>
      <p:grpSpPr>
        <a:xfrm>
          <a:off x="0" y="0"/>
          <a:ext cx="0" cy="0"/>
          <a:chOff x="0" y="0"/>
          <a:chExt cx="0" cy="0"/>
        </a:xfrm>
      </p:grpSpPr>
      <p:sp>
        <p:nvSpPr>
          <p:cNvPr id="39" name="任意形状 38">
            <a:extLst>
              <a:ext uri="{FF2B5EF4-FFF2-40B4-BE49-F238E27FC236}">
                <a16:creationId xmlns:a16="http://schemas.microsoft.com/office/drawing/2014/main" id="{0B2B95C8-1587-681F-4340-796037AB2C20}"/>
              </a:ext>
            </a:extLst>
          </p:cNvPr>
          <p:cNvSpPr/>
          <p:nvPr/>
        </p:nvSpPr>
        <p:spPr>
          <a:xfrm>
            <a:off x="1051885" y="2824172"/>
            <a:ext cx="1874520" cy="1874520"/>
          </a:xfrm>
          <a:custGeom>
            <a:avLst/>
            <a:gdLst>
              <a:gd name="connsiteX0" fmla="*/ 1874520 w 1874520"/>
              <a:gd name="connsiteY0" fmla="*/ 937260 h 1874520"/>
              <a:gd name="connsiteX1" fmla="*/ 937260 w 1874520"/>
              <a:gd name="connsiteY1" fmla="*/ 1874520 h 1874520"/>
              <a:gd name="connsiteX2" fmla="*/ 0 w 1874520"/>
              <a:gd name="connsiteY2" fmla="*/ 937260 h 1874520"/>
              <a:gd name="connsiteX3" fmla="*/ 937260 w 1874520"/>
              <a:gd name="connsiteY3" fmla="*/ 0 h 1874520"/>
              <a:gd name="connsiteX4" fmla="*/ 1874520 w 1874520"/>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0" name="任意形状 39">
            <a:extLst>
              <a:ext uri="{FF2B5EF4-FFF2-40B4-BE49-F238E27FC236}">
                <a16:creationId xmlns:a16="http://schemas.microsoft.com/office/drawing/2014/main" id="{AB1826C9-F813-AF07-0A71-F6AD532E067C}"/>
              </a:ext>
            </a:extLst>
          </p:cNvPr>
          <p:cNvSpPr/>
          <p:nvPr/>
        </p:nvSpPr>
        <p:spPr>
          <a:xfrm>
            <a:off x="1731335" y="3054042"/>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1" name="任意形状 40">
            <a:extLst>
              <a:ext uri="{FF2B5EF4-FFF2-40B4-BE49-F238E27FC236}">
                <a16:creationId xmlns:a16="http://schemas.microsoft.com/office/drawing/2014/main" id="{CF685E37-6DF0-413D-D080-C56CFA4D206D}"/>
              </a:ext>
            </a:extLst>
          </p:cNvPr>
          <p:cNvSpPr/>
          <p:nvPr/>
        </p:nvSpPr>
        <p:spPr>
          <a:xfrm>
            <a:off x="3094045" y="2824172"/>
            <a:ext cx="1874520" cy="1874520"/>
          </a:xfrm>
          <a:custGeom>
            <a:avLst/>
            <a:gdLst>
              <a:gd name="connsiteX0" fmla="*/ 1874520 w 1874520"/>
              <a:gd name="connsiteY0" fmla="*/ 937260 h 1874520"/>
              <a:gd name="connsiteX1" fmla="*/ 937260 w 1874520"/>
              <a:gd name="connsiteY1" fmla="*/ 1874520 h 1874520"/>
              <a:gd name="connsiteX2" fmla="*/ 0 w 1874520"/>
              <a:gd name="connsiteY2" fmla="*/ 937260 h 1874520"/>
              <a:gd name="connsiteX3" fmla="*/ 937260 w 1874520"/>
              <a:gd name="connsiteY3" fmla="*/ 0 h 1874520"/>
              <a:gd name="connsiteX4" fmla="*/ 1874520 w 1874520"/>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20" h="1874520">
                <a:moveTo>
                  <a:pt x="1874520" y="937260"/>
                </a:moveTo>
                <a:cubicBezTo>
                  <a:pt x="1874520" y="1454894"/>
                  <a:pt x="1454894" y="1874520"/>
                  <a:pt x="937260" y="1874520"/>
                </a:cubicBezTo>
                <a:cubicBezTo>
                  <a:pt x="419626" y="1874520"/>
                  <a:pt x="0" y="1454894"/>
                  <a:pt x="0" y="937260"/>
                </a:cubicBezTo>
                <a:cubicBezTo>
                  <a:pt x="0" y="419626"/>
                  <a:pt x="419626" y="0"/>
                  <a:pt x="937260" y="0"/>
                </a:cubicBezTo>
                <a:cubicBezTo>
                  <a:pt x="1454894" y="0"/>
                  <a:pt x="1874520" y="419626"/>
                  <a:pt x="1874520" y="937260"/>
                </a:cubicBezTo>
                <a:close/>
              </a:path>
            </a:pathLst>
          </a:custGeom>
          <a:solidFill>
            <a:schemeClr val="accent2"/>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2" name="任意形状 41">
            <a:extLst>
              <a:ext uri="{FF2B5EF4-FFF2-40B4-BE49-F238E27FC236}">
                <a16:creationId xmlns:a16="http://schemas.microsoft.com/office/drawing/2014/main" id="{2224D34B-73EE-F40B-7354-8C57531C2830}"/>
              </a:ext>
            </a:extLst>
          </p:cNvPr>
          <p:cNvSpPr/>
          <p:nvPr/>
        </p:nvSpPr>
        <p:spPr>
          <a:xfrm>
            <a:off x="3774764" y="3054042"/>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3" name="任意形状 42">
            <a:extLst>
              <a:ext uri="{FF2B5EF4-FFF2-40B4-BE49-F238E27FC236}">
                <a16:creationId xmlns:a16="http://schemas.microsoft.com/office/drawing/2014/main" id="{3294DA06-9A8D-F816-E1FC-02D52ADB9267}"/>
              </a:ext>
            </a:extLst>
          </p:cNvPr>
          <p:cNvSpPr/>
          <p:nvPr/>
        </p:nvSpPr>
        <p:spPr>
          <a:xfrm>
            <a:off x="5137475" y="2824172"/>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4" y="1874520"/>
                  <a:pt x="937260" y="1874520"/>
                </a:cubicBezTo>
                <a:cubicBezTo>
                  <a:pt x="419626" y="1874520"/>
                  <a:pt x="0" y="1454894"/>
                  <a:pt x="0" y="937260"/>
                </a:cubicBezTo>
                <a:cubicBezTo>
                  <a:pt x="0" y="419626"/>
                  <a:pt x="419626" y="0"/>
                  <a:pt x="937260" y="0"/>
                </a:cubicBezTo>
                <a:cubicBezTo>
                  <a:pt x="1454894" y="0"/>
                  <a:pt x="1874520" y="419626"/>
                  <a:pt x="1874520" y="937260"/>
                </a:cubicBezTo>
                <a:close/>
              </a:path>
            </a:pathLst>
          </a:custGeom>
          <a:solidFill>
            <a:schemeClr val="accent3"/>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4" name="任意形状 43">
            <a:extLst>
              <a:ext uri="{FF2B5EF4-FFF2-40B4-BE49-F238E27FC236}">
                <a16:creationId xmlns:a16="http://schemas.microsoft.com/office/drawing/2014/main" id="{DBAE25D8-0948-345B-B7DC-2455A30620A6}"/>
              </a:ext>
            </a:extLst>
          </p:cNvPr>
          <p:cNvSpPr/>
          <p:nvPr/>
        </p:nvSpPr>
        <p:spPr>
          <a:xfrm>
            <a:off x="5818194" y="3054042"/>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5" name="任意形状 44">
            <a:extLst>
              <a:ext uri="{FF2B5EF4-FFF2-40B4-BE49-F238E27FC236}">
                <a16:creationId xmlns:a16="http://schemas.microsoft.com/office/drawing/2014/main" id="{1ACEAD6A-56C1-8183-A8A9-4597C89F7A33}"/>
              </a:ext>
            </a:extLst>
          </p:cNvPr>
          <p:cNvSpPr/>
          <p:nvPr/>
        </p:nvSpPr>
        <p:spPr>
          <a:xfrm>
            <a:off x="7180905" y="2824172"/>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4"/>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6" name="任意形状 45">
            <a:extLst>
              <a:ext uri="{FF2B5EF4-FFF2-40B4-BE49-F238E27FC236}">
                <a16:creationId xmlns:a16="http://schemas.microsoft.com/office/drawing/2014/main" id="{98F25FB7-ABCF-9949-7B9D-EC6FB3953A64}"/>
              </a:ext>
            </a:extLst>
          </p:cNvPr>
          <p:cNvSpPr/>
          <p:nvPr/>
        </p:nvSpPr>
        <p:spPr>
          <a:xfrm>
            <a:off x="7860354" y="3054042"/>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7" name="任意形状 46">
            <a:extLst>
              <a:ext uri="{FF2B5EF4-FFF2-40B4-BE49-F238E27FC236}">
                <a16:creationId xmlns:a16="http://schemas.microsoft.com/office/drawing/2014/main" id="{73C64500-0FE9-B71B-0E5C-4812F2985F38}"/>
              </a:ext>
            </a:extLst>
          </p:cNvPr>
          <p:cNvSpPr/>
          <p:nvPr/>
        </p:nvSpPr>
        <p:spPr>
          <a:xfrm>
            <a:off x="9223065" y="2824172"/>
            <a:ext cx="1874519" cy="1874520"/>
          </a:xfrm>
          <a:custGeom>
            <a:avLst/>
            <a:gdLst>
              <a:gd name="connsiteX0" fmla="*/ 1874520 w 1874519"/>
              <a:gd name="connsiteY0" fmla="*/ 937260 h 1874520"/>
              <a:gd name="connsiteX1" fmla="*/ 937260 w 1874519"/>
              <a:gd name="connsiteY1" fmla="*/ 1874520 h 1874520"/>
              <a:gd name="connsiteX2" fmla="*/ 0 w 1874519"/>
              <a:gd name="connsiteY2" fmla="*/ 937260 h 1874520"/>
              <a:gd name="connsiteX3" fmla="*/ 937260 w 1874519"/>
              <a:gd name="connsiteY3" fmla="*/ 0 h 1874520"/>
              <a:gd name="connsiteX4" fmla="*/ 1874520 w 1874519"/>
              <a:gd name="connsiteY4" fmla="*/ 937260 h 18745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9" h="1874520">
                <a:moveTo>
                  <a:pt x="1874520" y="937260"/>
                </a:moveTo>
                <a:cubicBezTo>
                  <a:pt x="1874520" y="1454894"/>
                  <a:pt x="1454895" y="1874520"/>
                  <a:pt x="937260" y="1874520"/>
                </a:cubicBezTo>
                <a:cubicBezTo>
                  <a:pt x="419626" y="1874520"/>
                  <a:pt x="0" y="1454894"/>
                  <a:pt x="0" y="937260"/>
                </a:cubicBezTo>
                <a:cubicBezTo>
                  <a:pt x="0" y="419626"/>
                  <a:pt x="419626" y="0"/>
                  <a:pt x="937260" y="0"/>
                </a:cubicBezTo>
                <a:cubicBezTo>
                  <a:pt x="1454895" y="0"/>
                  <a:pt x="1874520" y="419626"/>
                  <a:pt x="1874520" y="937260"/>
                </a:cubicBez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8" name="任意形状 47">
            <a:extLst>
              <a:ext uri="{FF2B5EF4-FFF2-40B4-BE49-F238E27FC236}">
                <a16:creationId xmlns:a16="http://schemas.microsoft.com/office/drawing/2014/main" id="{B06DD359-0B64-8D4A-ABFB-2D720F465CA3}"/>
              </a:ext>
            </a:extLst>
          </p:cNvPr>
          <p:cNvSpPr/>
          <p:nvPr/>
        </p:nvSpPr>
        <p:spPr>
          <a:xfrm>
            <a:off x="9903785" y="3054042"/>
            <a:ext cx="514350" cy="514350"/>
          </a:xfrm>
          <a:custGeom>
            <a:avLst/>
            <a:gdLst>
              <a:gd name="connsiteX0" fmla="*/ 433070 w 514350"/>
              <a:gd name="connsiteY0" fmla="*/ 514350 h 514350"/>
              <a:gd name="connsiteX1" fmla="*/ 81280 w 514350"/>
              <a:gd name="connsiteY1" fmla="*/ 514350 h 514350"/>
              <a:gd name="connsiteX2" fmla="*/ 0 w 514350"/>
              <a:gd name="connsiteY2" fmla="*/ 433070 h 514350"/>
              <a:gd name="connsiteX3" fmla="*/ 0 w 514350"/>
              <a:gd name="connsiteY3" fmla="*/ 81280 h 514350"/>
              <a:gd name="connsiteX4" fmla="*/ 81280 w 514350"/>
              <a:gd name="connsiteY4" fmla="*/ 0 h 514350"/>
              <a:gd name="connsiteX5" fmla="*/ 433070 w 514350"/>
              <a:gd name="connsiteY5" fmla="*/ 0 h 514350"/>
              <a:gd name="connsiteX6" fmla="*/ 514350 w 514350"/>
              <a:gd name="connsiteY6" fmla="*/ 81280 h 514350"/>
              <a:gd name="connsiteX7" fmla="*/ 514350 w 514350"/>
              <a:gd name="connsiteY7" fmla="*/ 433070 h 514350"/>
              <a:gd name="connsiteX8" fmla="*/ 433070 w 514350"/>
              <a:gd name="connsiteY8" fmla="*/ 514350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50" h="514350">
                <a:moveTo>
                  <a:pt x="433070" y="514350"/>
                </a:moveTo>
                <a:lnTo>
                  <a:pt x="81280" y="514350"/>
                </a:lnTo>
                <a:cubicBezTo>
                  <a:pt x="36830" y="514350"/>
                  <a:pt x="0" y="477520"/>
                  <a:pt x="0" y="433070"/>
                </a:cubicBezTo>
                <a:lnTo>
                  <a:pt x="0" y="81280"/>
                </a:lnTo>
                <a:cubicBezTo>
                  <a:pt x="0" y="36830"/>
                  <a:pt x="36830" y="0"/>
                  <a:pt x="81280" y="0"/>
                </a:cubicBezTo>
                <a:lnTo>
                  <a:pt x="433070" y="0"/>
                </a:lnTo>
                <a:cubicBezTo>
                  <a:pt x="477520" y="0"/>
                  <a:pt x="514350" y="36830"/>
                  <a:pt x="514350" y="81280"/>
                </a:cubicBezTo>
                <a:lnTo>
                  <a:pt x="514350" y="433070"/>
                </a:lnTo>
                <a:cubicBezTo>
                  <a:pt x="514350" y="477520"/>
                  <a:pt x="477520" y="514350"/>
                  <a:pt x="433070" y="51435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0" name="文本框 49">
            <a:extLst>
              <a:ext uri="{FF2B5EF4-FFF2-40B4-BE49-F238E27FC236}">
                <a16:creationId xmlns:a16="http://schemas.microsoft.com/office/drawing/2014/main" id="{1A994344-78B9-23A4-A507-BEA4F333A2DC}"/>
              </a:ext>
            </a:extLst>
          </p:cNvPr>
          <p:cNvSpPr txBox="1"/>
          <p:nvPr/>
        </p:nvSpPr>
        <p:spPr>
          <a:xfrm>
            <a:off x="462915" y="1701600"/>
            <a:ext cx="11266170" cy="301557"/>
          </a:xfrm>
          <a:prstGeom prst="rect">
            <a:avLst/>
          </a:prstGeom>
          <a:noFill/>
        </p:spPr>
        <p:txBody>
          <a:bodyPr wrap="square" rtlCol="0">
            <a:spAutoFit/>
          </a:bodyPr>
          <a:lstStyle/>
          <a:p>
            <a:pPr algn="ctr">
              <a:lnSpc>
                <a:spcPct val="150000"/>
              </a:lnSpc>
              <a:spcAft>
                <a:spcPts val="500"/>
              </a:spcAft>
            </a:pPr>
            <a:r>
              <a:rPr lang="zh-CN" altLang="en-US" sz="1000" dirty="0">
                <a:solidFill>
                  <a:srgbClr val="333333"/>
                </a:solidFill>
                <a:latin typeface="Alibaba PuHuiTi" pitchFamily="18" charset="-122"/>
                <a:ea typeface="Alibaba PuHuiTi" pitchFamily="18" charset="-122"/>
                <a:cs typeface="Alibaba PuHuiTi" pitchFamily="18" charset="-122"/>
              </a:rPr>
              <a:t>上边缘解释性内容</a:t>
            </a:r>
            <a:endParaRPr kumimoji="1" lang="zh-CN" altLang="en-US" sz="1000" dirty="0">
              <a:latin typeface="Alibaba PuHuiTi" pitchFamily="18" charset="-122"/>
              <a:ea typeface="Alibaba PuHuiTi" pitchFamily="18" charset="-122"/>
              <a:cs typeface="Alibaba PuHuiTi" pitchFamily="18" charset="-122"/>
            </a:endParaRPr>
          </a:p>
        </p:txBody>
      </p:sp>
      <p:sp>
        <p:nvSpPr>
          <p:cNvPr id="51" name="任意形状 50">
            <a:extLst>
              <a:ext uri="{FF2B5EF4-FFF2-40B4-BE49-F238E27FC236}">
                <a16:creationId xmlns:a16="http://schemas.microsoft.com/office/drawing/2014/main" id="{7335A64B-C3DD-4D65-8206-5941104E3AEA}"/>
              </a:ext>
            </a:extLst>
          </p:cNvPr>
          <p:cNvSpPr/>
          <p:nvPr/>
        </p:nvSpPr>
        <p:spPr>
          <a:xfrm>
            <a:off x="2819725" y="3570932"/>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90" y="381000"/>
                  <a:pt x="0" y="295710"/>
                  <a:pt x="0" y="190500"/>
                </a:cubicBezTo>
                <a:cubicBezTo>
                  <a:pt x="0" y="85290"/>
                  <a:pt x="85290"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2" name="任意形状 51">
            <a:extLst>
              <a:ext uri="{FF2B5EF4-FFF2-40B4-BE49-F238E27FC236}">
                <a16:creationId xmlns:a16="http://schemas.microsoft.com/office/drawing/2014/main" id="{4FE1380D-DF50-402D-90CF-37009F059F90}"/>
              </a:ext>
            </a:extLst>
          </p:cNvPr>
          <p:cNvSpPr/>
          <p:nvPr/>
        </p:nvSpPr>
        <p:spPr>
          <a:xfrm>
            <a:off x="2903545" y="3654752"/>
            <a:ext cx="213360" cy="213359"/>
          </a:xfrm>
          <a:custGeom>
            <a:avLst/>
            <a:gdLst>
              <a:gd name="connsiteX0" fmla="*/ 213360 w 213360"/>
              <a:gd name="connsiteY0" fmla="*/ 106680 h 213359"/>
              <a:gd name="connsiteX1" fmla="*/ 124460 w 213360"/>
              <a:gd name="connsiteY1" fmla="*/ 0 h 213359"/>
              <a:gd name="connsiteX2" fmla="*/ 124460 w 213360"/>
              <a:gd name="connsiteY2" fmla="*/ 69850 h 213359"/>
              <a:gd name="connsiteX3" fmla="*/ 0 w 213360"/>
              <a:gd name="connsiteY3" fmla="*/ 69850 h 213359"/>
              <a:gd name="connsiteX4" fmla="*/ 0 w 213360"/>
              <a:gd name="connsiteY4" fmla="*/ 143510 h 213359"/>
              <a:gd name="connsiteX5" fmla="*/ 124460 w 213360"/>
              <a:gd name="connsiteY5" fmla="*/ 143510 h 213359"/>
              <a:gd name="connsiteX6" fmla="*/ 124460 w 213360"/>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60"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3" name="任意形状 52">
            <a:extLst>
              <a:ext uri="{FF2B5EF4-FFF2-40B4-BE49-F238E27FC236}">
                <a16:creationId xmlns:a16="http://schemas.microsoft.com/office/drawing/2014/main" id="{6056EF6E-ADCB-5ACA-CD1A-0AAE154E3B64}"/>
              </a:ext>
            </a:extLst>
          </p:cNvPr>
          <p:cNvSpPr/>
          <p:nvPr/>
        </p:nvSpPr>
        <p:spPr>
          <a:xfrm>
            <a:off x="4863155" y="3570932"/>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90" y="381000"/>
                  <a:pt x="0" y="295710"/>
                  <a:pt x="0" y="190500"/>
                </a:cubicBezTo>
                <a:cubicBezTo>
                  <a:pt x="0" y="85290"/>
                  <a:pt x="85290"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5" name="任意形状 54">
            <a:extLst>
              <a:ext uri="{FF2B5EF4-FFF2-40B4-BE49-F238E27FC236}">
                <a16:creationId xmlns:a16="http://schemas.microsoft.com/office/drawing/2014/main" id="{5714F442-DFE7-20F5-618B-69DE2644EB54}"/>
              </a:ext>
            </a:extLst>
          </p:cNvPr>
          <p:cNvSpPr/>
          <p:nvPr/>
        </p:nvSpPr>
        <p:spPr>
          <a:xfrm>
            <a:off x="4946975" y="3654752"/>
            <a:ext cx="213359" cy="213359"/>
          </a:xfrm>
          <a:custGeom>
            <a:avLst/>
            <a:gdLst>
              <a:gd name="connsiteX0" fmla="*/ 213360 w 213359"/>
              <a:gd name="connsiteY0" fmla="*/ 106680 h 213359"/>
              <a:gd name="connsiteX1" fmla="*/ 124460 w 213359"/>
              <a:gd name="connsiteY1" fmla="*/ 0 h 213359"/>
              <a:gd name="connsiteX2" fmla="*/ 124460 w 213359"/>
              <a:gd name="connsiteY2" fmla="*/ 69850 h 213359"/>
              <a:gd name="connsiteX3" fmla="*/ 0 w 213359"/>
              <a:gd name="connsiteY3" fmla="*/ 69850 h 213359"/>
              <a:gd name="connsiteX4" fmla="*/ 0 w 213359"/>
              <a:gd name="connsiteY4" fmla="*/ 143510 h 213359"/>
              <a:gd name="connsiteX5" fmla="*/ 124460 w 213359"/>
              <a:gd name="connsiteY5" fmla="*/ 143510 h 213359"/>
              <a:gd name="connsiteX6" fmla="*/ 12446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6" name="任意形状 55">
            <a:extLst>
              <a:ext uri="{FF2B5EF4-FFF2-40B4-BE49-F238E27FC236}">
                <a16:creationId xmlns:a16="http://schemas.microsoft.com/office/drawing/2014/main" id="{93086BC1-1DDA-A437-667F-FB16A3533AC0}"/>
              </a:ext>
            </a:extLst>
          </p:cNvPr>
          <p:cNvSpPr/>
          <p:nvPr/>
        </p:nvSpPr>
        <p:spPr>
          <a:xfrm>
            <a:off x="6905315" y="3570932"/>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1" y="381000"/>
                  <a:pt x="190500" y="381000"/>
                </a:cubicBezTo>
                <a:cubicBezTo>
                  <a:pt x="85290" y="381000"/>
                  <a:pt x="0" y="295710"/>
                  <a:pt x="0" y="190500"/>
                </a:cubicBezTo>
                <a:cubicBezTo>
                  <a:pt x="0" y="85290"/>
                  <a:pt x="85290" y="0"/>
                  <a:pt x="190500" y="0"/>
                </a:cubicBezTo>
                <a:cubicBezTo>
                  <a:pt x="295711"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7" name="任意形状 56">
            <a:extLst>
              <a:ext uri="{FF2B5EF4-FFF2-40B4-BE49-F238E27FC236}">
                <a16:creationId xmlns:a16="http://schemas.microsoft.com/office/drawing/2014/main" id="{B918C49A-6971-7497-0C5D-1633D0FC1233}"/>
              </a:ext>
            </a:extLst>
          </p:cNvPr>
          <p:cNvSpPr/>
          <p:nvPr/>
        </p:nvSpPr>
        <p:spPr>
          <a:xfrm>
            <a:off x="6989135" y="3654752"/>
            <a:ext cx="213359" cy="213359"/>
          </a:xfrm>
          <a:custGeom>
            <a:avLst/>
            <a:gdLst>
              <a:gd name="connsiteX0" fmla="*/ 213360 w 213359"/>
              <a:gd name="connsiteY0" fmla="*/ 106680 h 213359"/>
              <a:gd name="connsiteX1" fmla="*/ 125730 w 213359"/>
              <a:gd name="connsiteY1" fmla="*/ 0 h 213359"/>
              <a:gd name="connsiteX2" fmla="*/ 125730 w 213359"/>
              <a:gd name="connsiteY2" fmla="*/ 69850 h 213359"/>
              <a:gd name="connsiteX3" fmla="*/ 0 w 213359"/>
              <a:gd name="connsiteY3" fmla="*/ 69850 h 213359"/>
              <a:gd name="connsiteX4" fmla="*/ 0 w 213359"/>
              <a:gd name="connsiteY4" fmla="*/ 143510 h 213359"/>
              <a:gd name="connsiteX5" fmla="*/ 125730 w 213359"/>
              <a:gd name="connsiteY5" fmla="*/ 143510 h 213359"/>
              <a:gd name="connsiteX6" fmla="*/ 12573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5730" y="0"/>
                </a:lnTo>
                <a:lnTo>
                  <a:pt x="125730" y="69850"/>
                </a:lnTo>
                <a:lnTo>
                  <a:pt x="0" y="69850"/>
                </a:lnTo>
                <a:lnTo>
                  <a:pt x="0" y="143510"/>
                </a:lnTo>
                <a:lnTo>
                  <a:pt x="125730" y="143510"/>
                </a:lnTo>
                <a:lnTo>
                  <a:pt x="12573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8" name="任意形状 57">
            <a:extLst>
              <a:ext uri="{FF2B5EF4-FFF2-40B4-BE49-F238E27FC236}">
                <a16:creationId xmlns:a16="http://schemas.microsoft.com/office/drawing/2014/main" id="{558D61AD-F298-DA14-E049-56D4D22135F3}"/>
              </a:ext>
            </a:extLst>
          </p:cNvPr>
          <p:cNvSpPr/>
          <p:nvPr/>
        </p:nvSpPr>
        <p:spPr>
          <a:xfrm>
            <a:off x="8948745" y="3570932"/>
            <a:ext cx="381000" cy="381000"/>
          </a:xfrm>
          <a:custGeom>
            <a:avLst/>
            <a:gdLst>
              <a:gd name="connsiteX0" fmla="*/ 381000 w 381000"/>
              <a:gd name="connsiteY0" fmla="*/ 190500 h 381000"/>
              <a:gd name="connsiteX1" fmla="*/ 190500 w 381000"/>
              <a:gd name="connsiteY1" fmla="*/ 381000 h 381000"/>
              <a:gd name="connsiteX2" fmla="*/ 0 w 381000"/>
              <a:gd name="connsiteY2" fmla="*/ 190500 h 381000"/>
              <a:gd name="connsiteX3" fmla="*/ 190500 w 381000"/>
              <a:gd name="connsiteY3" fmla="*/ 0 h 381000"/>
              <a:gd name="connsiteX4" fmla="*/ 381000 w 381000"/>
              <a:gd name="connsiteY4" fmla="*/ 190500 h 381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0" h="381000">
                <a:moveTo>
                  <a:pt x="381000" y="190500"/>
                </a:moveTo>
                <a:cubicBezTo>
                  <a:pt x="381000" y="295710"/>
                  <a:pt x="295710" y="381000"/>
                  <a:pt x="190500" y="381000"/>
                </a:cubicBezTo>
                <a:cubicBezTo>
                  <a:pt x="85289" y="381000"/>
                  <a:pt x="0" y="295710"/>
                  <a:pt x="0" y="190500"/>
                </a:cubicBezTo>
                <a:cubicBezTo>
                  <a:pt x="0" y="85290"/>
                  <a:pt x="85289" y="0"/>
                  <a:pt x="190500" y="0"/>
                </a:cubicBezTo>
                <a:cubicBezTo>
                  <a:pt x="295710" y="0"/>
                  <a:pt x="381000" y="85290"/>
                  <a:pt x="381000" y="190500"/>
                </a:cubicBezTo>
                <a:close/>
              </a:path>
            </a:pathLst>
          </a:custGeom>
          <a:solidFill>
            <a:schemeClr val="bg1"/>
          </a:solidFill>
          <a:ln w="15875"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9" name="任意形状 58">
            <a:extLst>
              <a:ext uri="{FF2B5EF4-FFF2-40B4-BE49-F238E27FC236}">
                <a16:creationId xmlns:a16="http://schemas.microsoft.com/office/drawing/2014/main" id="{2FB1140E-74BE-7B60-021B-AD1304F4822B}"/>
              </a:ext>
            </a:extLst>
          </p:cNvPr>
          <p:cNvSpPr/>
          <p:nvPr/>
        </p:nvSpPr>
        <p:spPr>
          <a:xfrm>
            <a:off x="9032565" y="3654752"/>
            <a:ext cx="213359" cy="213359"/>
          </a:xfrm>
          <a:custGeom>
            <a:avLst/>
            <a:gdLst>
              <a:gd name="connsiteX0" fmla="*/ 213360 w 213359"/>
              <a:gd name="connsiteY0" fmla="*/ 106680 h 213359"/>
              <a:gd name="connsiteX1" fmla="*/ 124460 w 213359"/>
              <a:gd name="connsiteY1" fmla="*/ 0 h 213359"/>
              <a:gd name="connsiteX2" fmla="*/ 124460 w 213359"/>
              <a:gd name="connsiteY2" fmla="*/ 69850 h 213359"/>
              <a:gd name="connsiteX3" fmla="*/ 0 w 213359"/>
              <a:gd name="connsiteY3" fmla="*/ 69850 h 213359"/>
              <a:gd name="connsiteX4" fmla="*/ 0 w 213359"/>
              <a:gd name="connsiteY4" fmla="*/ 143510 h 213359"/>
              <a:gd name="connsiteX5" fmla="*/ 124460 w 213359"/>
              <a:gd name="connsiteY5" fmla="*/ 143510 h 213359"/>
              <a:gd name="connsiteX6" fmla="*/ 124460 w 213359"/>
              <a:gd name="connsiteY6" fmla="*/ 213360 h 2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359" h="213359">
                <a:moveTo>
                  <a:pt x="213360" y="106680"/>
                </a:moveTo>
                <a:lnTo>
                  <a:pt x="124460" y="0"/>
                </a:lnTo>
                <a:lnTo>
                  <a:pt x="124460" y="69850"/>
                </a:lnTo>
                <a:lnTo>
                  <a:pt x="0" y="69850"/>
                </a:lnTo>
                <a:lnTo>
                  <a:pt x="0" y="143510"/>
                </a:lnTo>
                <a:lnTo>
                  <a:pt x="124460" y="143510"/>
                </a:lnTo>
                <a:lnTo>
                  <a:pt x="124460" y="213360"/>
                </a:lnTo>
                <a:close/>
              </a:path>
            </a:pathLst>
          </a:custGeom>
          <a:solidFill>
            <a:schemeClr val="accent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908" name="TextBox 161">
            <a:extLst>
              <a:ext uri="{FF2B5EF4-FFF2-40B4-BE49-F238E27FC236}">
                <a16:creationId xmlns:a16="http://schemas.microsoft.com/office/drawing/2014/main" id="{9A17047D-1384-85EB-A3DB-C60451DFCB24}"/>
              </a:ext>
            </a:extLst>
          </p:cNvPr>
          <p:cNvSpPr txBox="1"/>
          <p:nvPr/>
        </p:nvSpPr>
        <p:spPr>
          <a:xfrm>
            <a:off x="1153485" y="3683445"/>
            <a:ext cx="1670051" cy="369332"/>
          </a:xfrm>
          <a:prstGeom prst="rect">
            <a:avLst/>
          </a:prstGeom>
          <a:noFill/>
        </p:spPr>
        <p:txBody>
          <a:bodyPr wrap="square" rtlCol="0">
            <a:spAutoFit/>
          </a:bodyPr>
          <a:lstStyle/>
          <a:p>
            <a:pPr algn="ctr"/>
            <a:r>
              <a:rPr lang="en-US" b="1" dirty="0" err="1">
                <a:solidFill>
                  <a:schemeClr val="bg1"/>
                </a:solidFill>
                <a:latin typeface="Alibaba PuHuiTi" pitchFamily="18" charset="-122"/>
                <a:ea typeface="Alibaba PuHuiTi" pitchFamily="18" charset="-122"/>
                <a:cs typeface="Alibaba PuHuiTi" pitchFamily="18" charset="-122"/>
              </a:rPr>
              <a:t>递进大标题</a:t>
            </a:r>
            <a:endParaRPr lang="id-ID" b="1" dirty="0">
              <a:solidFill>
                <a:schemeClr val="bg1"/>
              </a:solidFill>
              <a:latin typeface="Alibaba PuHuiTi" pitchFamily="18" charset="-122"/>
              <a:ea typeface="Alibaba PuHuiTi" pitchFamily="18" charset="-122"/>
              <a:cs typeface="Alibaba PuHuiTi" pitchFamily="18" charset="-122"/>
            </a:endParaRPr>
          </a:p>
        </p:txBody>
      </p:sp>
      <p:sp>
        <p:nvSpPr>
          <p:cNvPr id="909" name="TextBox 161">
            <a:extLst>
              <a:ext uri="{FF2B5EF4-FFF2-40B4-BE49-F238E27FC236}">
                <a16:creationId xmlns:a16="http://schemas.microsoft.com/office/drawing/2014/main" id="{1B05D82D-DC55-A7BC-A519-53911C63C38F}"/>
              </a:ext>
            </a:extLst>
          </p:cNvPr>
          <p:cNvSpPr txBox="1"/>
          <p:nvPr/>
        </p:nvSpPr>
        <p:spPr>
          <a:xfrm>
            <a:off x="3195645" y="3683445"/>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910" name="TextBox 161">
            <a:extLst>
              <a:ext uri="{FF2B5EF4-FFF2-40B4-BE49-F238E27FC236}">
                <a16:creationId xmlns:a16="http://schemas.microsoft.com/office/drawing/2014/main" id="{09DE111B-1F4A-5E4B-C1AE-C401797D8702}"/>
              </a:ext>
            </a:extLst>
          </p:cNvPr>
          <p:cNvSpPr txBox="1"/>
          <p:nvPr/>
        </p:nvSpPr>
        <p:spPr>
          <a:xfrm>
            <a:off x="5237805" y="3683445"/>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911" name="TextBox 161">
            <a:extLst>
              <a:ext uri="{FF2B5EF4-FFF2-40B4-BE49-F238E27FC236}">
                <a16:creationId xmlns:a16="http://schemas.microsoft.com/office/drawing/2014/main" id="{64A42EF1-9F64-025A-F5BE-EC101C5AF0DF}"/>
              </a:ext>
            </a:extLst>
          </p:cNvPr>
          <p:cNvSpPr txBox="1"/>
          <p:nvPr/>
        </p:nvSpPr>
        <p:spPr>
          <a:xfrm>
            <a:off x="7279965" y="3683445"/>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912" name="TextBox 161">
            <a:extLst>
              <a:ext uri="{FF2B5EF4-FFF2-40B4-BE49-F238E27FC236}">
                <a16:creationId xmlns:a16="http://schemas.microsoft.com/office/drawing/2014/main" id="{6CC1DF77-06BD-97CA-B477-055E68C4A372}"/>
              </a:ext>
            </a:extLst>
          </p:cNvPr>
          <p:cNvSpPr txBox="1"/>
          <p:nvPr/>
        </p:nvSpPr>
        <p:spPr>
          <a:xfrm>
            <a:off x="9322124" y="3683445"/>
            <a:ext cx="1670051" cy="369332"/>
          </a:xfrm>
          <a:prstGeom prst="rect">
            <a:avLst/>
          </a:prstGeom>
          <a:noFill/>
        </p:spPr>
        <p:txBody>
          <a:bodyPr wrap="square" rtlCol="0">
            <a:spAutoFit/>
          </a:bodyPr>
          <a:lstStyle/>
          <a:p>
            <a:pPr algn="ctr"/>
            <a:r>
              <a:rPr lang="en-US" altLang="zh-CN" b="1" dirty="0" err="1">
                <a:solidFill>
                  <a:schemeClr val="bg1"/>
                </a:solidFill>
                <a:latin typeface="Alibaba PuHuiTi" pitchFamily="18" charset="-122"/>
                <a:ea typeface="Alibaba PuHuiTi" pitchFamily="18" charset="-122"/>
                <a:cs typeface="Alibaba PuHuiTi" pitchFamily="18" charset="-122"/>
              </a:rPr>
              <a:t>递进大标题</a:t>
            </a:r>
            <a:endParaRPr lang="id-ID" altLang="zh-CN" b="1" dirty="0">
              <a:solidFill>
                <a:schemeClr val="bg1"/>
              </a:solidFill>
              <a:latin typeface="Alibaba PuHuiTi" pitchFamily="18" charset="-122"/>
              <a:ea typeface="Alibaba PuHuiTi" pitchFamily="18" charset="-122"/>
              <a:cs typeface="Alibaba PuHuiTi" pitchFamily="18" charset="-122"/>
            </a:endParaRPr>
          </a:p>
        </p:txBody>
      </p:sp>
      <p:sp>
        <p:nvSpPr>
          <p:cNvPr id="914" name="TextBox 161">
            <a:extLst>
              <a:ext uri="{FF2B5EF4-FFF2-40B4-BE49-F238E27FC236}">
                <a16:creationId xmlns:a16="http://schemas.microsoft.com/office/drawing/2014/main" id="{F33B7A68-65D2-F4FC-A9C7-CE624549C00F}"/>
              </a:ext>
            </a:extLst>
          </p:cNvPr>
          <p:cNvSpPr txBox="1"/>
          <p:nvPr/>
        </p:nvSpPr>
        <p:spPr>
          <a:xfrm>
            <a:off x="1153485" y="3994609"/>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934" name="Freeform 19">
            <a:extLst>
              <a:ext uri="{FF2B5EF4-FFF2-40B4-BE49-F238E27FC236}">
                <a16:creationId xmlns:a16="http://schemas.microsoft.com/office/drawing/2014/main" id="{5786A09A-43B8-6BFA-638B-CFEB01E86339}"/>
              </a:ext>
            </a:extLst>
          </p:cNvPr>
          <p:cNvSpPr>
            <a:spLocks noChangeArrowheads="1"/>
          </p:cNvSpPr>
          <p:nvPr/>
        </p:nvSpPr>
        <p:spPr bwMode="auto">
          <a:xfrm>
            <a:off x="7945108" y="3155070"/>
            <a:ext cx="347533" cy="309567"/>
          </a:xfrm>
          <a:custGeom>
            <a:avLst/>
            <a:gdLst>
              <a:gd name="T0" fmla="*/ 525 w 1051"/>
              <a:gd name="T1" fmla="*/ 349 h 935"/>
              <a:gd name="T2" fmla="*/ 757 w 1051"/>
              <a:gd name="T3" fmla="*/ 584 h 935"/>
              <a:gd name="T4" fmla="*/ 582 w 1051"/>
              <a:gd name="T5" fmla="*/ 584 h 935"/>
              <a:gd name="T6" fmla="*/ 582 w 1051"/>
              <a:gd name="T7" fmla="*/ 934 h 935"/>
              <a:gd name="T8" fmla="*/ 467 w 1051"/>
              <a:gd name="T9" fmla="*/ 934 h 935"/>
              <a:gd name="T10" fmla="*/ 467 w 1051"/>
              <a:gd name="T11" fmla="*/ 584 h 935"/>
              <a:gd name="T12" fmla="*/ 293 w 1051"/>
              <a:gd name="T13" fmla="*/ 584 h 935"/>
              <a:gd name="T14" fmla="*/ 525 w 1051"/>
              <a:gd name="T15" fmla="*/ 349 h 935"/>
              <a:gd name="T16" fmla="*/ 1050 w 1051"/>
              <a:gd name="T17" fmla="*/ 117 h 935"/>
              <a:gd name="T18" fmla="*/ 1050 w 1051"/>
              <a:gd name="T19" fmla="*/ 817 h 935"/>
              <a:gd name="T20" fmla="*/ 932 w 1051"/>
              <a:gd name="T21" fmla="*/ 934 h 935"/>
              <a:gd name="T22" fmla="*/ 700 w 1051"/>
              <a:gd name="T23" fmla="*/ 934 h 935"/>
              <a:gd name="T24" fmla="*/ 700 w 1051"/>
              <a:gd name="T25" fmla="*/ 817 h 935"/>
              <a:gd name="T26" fmla="*/ 932 w 1051"/>
              <a:gd name="T27" fmla="*/ 817 h 935"/>
              <a:gd name="T28" fmla="*/ 932 w 1051"/>
              <a:gd name="T29" fmla="*/ 235 h 935"/>
              <a:gd name="T30" fmla="*/ 118 w 1051"/>
              <a:gd name="T31" fmla="*/ 235 h 935"/>
              <a:gd name="T32" fmla="*/ 118 w 1051"/>
              <a:gd name="T33" fmla="*/ 817 h 935"/>
              <a:gd name="T34" fmla="*/ 350 w 1051"/>
              <a:gd name="T35" fmla="*/ 817 h 935"/>
              <a:gd name="T36" fmla="*/ 350 w 1051"/>
              <a:gd name="T37" fmla="*/ 934 h 935"/>
              <a:gd name="T38" fmla="*/ 118 w 1051"/>
              <a:gd name="T39" fmla="*/ 934 h 935"/>
              <a:gd name="T40" fmla="*/ 0 w 1051"/>
              <a:gd name="T41" fmla="*/ 817 h 935"/>
              <a:gd name="T42" fmla="*/ 0 w 1051"/>
              <a:gd name="T43" fmla="*/ 117 h 935"/>
              <a:gd name="T44" fmla="*/ 118 w 1051"/>
              <a:gd name="T45" fmla="*/ 0 h 935"/>
              <a:gd name="T46" fmla="*/ 932 w 1051"/>
              <a:gd name="T47" fmla="*/ 0 h 935"/>
              <a:gd name="T48" fmla="*/ 1050 w 1051"/>
              <a:gd name="T49" fmla="*/ 117 h 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51" h="935">
                <a:moveTo>
                  <a:pt x="525" y="349"/>
                </a:moveTo>
                <a:lnTo>
                  <a:pt x="757" y="584"/>
                </a:lnTo>
                <a:lnTo>
                  <a:pt x="582" y="584"/>
                </a:lnTo>
                <a:lnTo>
                  <a:pt x="582" y="934"/>
                </a:lnTo>
                <a:lnTo>
                  <a:pt x="467" y="934"/>
                </a:lnTo>
                <a:lnTo>
                  <a:pt x="467" y="584"/>
                </a:lnTo>
                <a:lnTo>
                  <a:pt x="293" y="584"/>
                </a:lnTo>
                <a:lnTo>
                  <a:pt x="525" y="349"/>
                </a:lnTo>
                <a:close/>
                <a:moveTo>
                  <a:pt x="1050" y="117"/>
                </a:moveTo>
                <a:lnTo>
                  <a:pt x="1050" y="817"/>
                </a:lnTo>
                <a:cubicBezTo>
                  <a:pt x="1050" y="879"/>
                  <a:pt x="995" y="934"/>
                  <a:pt x="932" y="934"/>
                </a:cubicBezTo>
                <a:lnTo>
                  <a:pt x="700" y="934"/>
                </a:lnTo>
                <a:lnTo>
                  <a:pt x="700" y="817"/>
                </a:lnTo>
                <a:lnTo>
                  <a:pt x="932" y="817"/>
                </a:lnTo>
                <a:lnTo>
                  <a:pt x="932" y="235"/>
                </a:lnTo>
                <a:lnTo>
                  <a:pt x="118" y="235"/>
                </a:lnTo>
                <a:lnTo>
                  <a:pt x="118" y="817"/>
                </a:lnTo>
                <a:lnTo>
                  <a:pt x="350" y="817"/>
                </a:lnTo>
                <a:lnTo>
                  <a:pt x="350" y="934"/>
                </a:lnTo>
                <a:lnTo>
                  <a:pt x="118" y="934"/>
                </a:lnTo>
                <a:cubicBezTo>
                  <a:pt x="52" y="934"/>
                  <a:pt x="0" y="879"/>
                  <a:pt x="0" y="817"/>
                </a:cubicBezTo>
                <a:lnTo>
                  <a:pt x="0" y="117"/>
                </a:lnTo>
                <a:cubicBezTo>
                  <a:pt x="0" y="54"/>
                  <a:pt x="52" y="0"/>
                  <a:pt x="118" y="0"/>
                </a:cubicBezTo>
                <a:lnTo>
                  <a:pt x="932" y="0"/>
                </a:lnTo>
                <a:cubicBezTo>
                  <a:pt x="998" y="0"/>
                  <a:pt x="1050" y="54"/>
                  <a:pt x="1050" y="117"/>
                </a:cubicBezTo>
                <a:close/>
              </a:path>
            </a:pathLst>
          </a:custGeom>
          <a:solidFill>
            <a:schemeClr val="accent4"/>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35" name="Freeform 32">
            <a:extLst>
              <a:ext uri="{FF2B5EF4-FFF2-40B4-BE49-F238E27FC236}">
                <a16:creationId xmlns:a16="http://schemas.microsoft.com/office/drawing/2014/main" id="{B2C38CF1-2A94-D91C-FF73-9A39371C204C}"/>
              </a:ext>
            </a:extLst>
          </p:cNvPr>
          <p:cNvSpPr>
            <a:spLocks noChangeArrowheads="1"/>
          </p:cNvSpPr>
          <p:nvPr/>
        </p:nvSpPr>
        <p:spPr bwMode="auto">
          <a:xfrm>
            <a:off x="5870902" y="3195120"/>
            <a:ext cx="409063" cy="259167"/>
          </a:xfrm>
          <a:custGeom>
            <a:avLst/>
            <a:gdLst>
              <a:gd name="T0" fmla="*/ 875 w 1286"/>
              <a:gd name="T1" fmla="*/ 464 h 815"/>
              <a:gd name="T2" fmla="*/ 1285 w 1286"/>
              <a:gd name="T3" fmla="*/ 669 h 815"/>
              <a:gd name="T4" fmla="*/ 1285 w 1286"/>
              <a:gd name="T5" fmla="*/ 814 h 815"/>
              <a:gd name="T6" fmla="*/ 935 w 1286"/>
              <a:gd name="T7" fmla="*/ 814 h 815"/>
              <a:gd name="T8" fmla="*/ 935 w 1286"/>
              <a:gd name="T9" fmla="*/ 669 h 815"/>
              <a:gd name="T10" fmla="*/ 820 w 1286"/>
              <a:gd name="T11" fmla="*/ 467 h 815"/>
              <a:gd name="T12" fmla="*/ 875 w 1286"/>
              <a:gd name="T13" fmla="*/ 464 h 815"/>
              <a:gd name="T14" fmla="*/ 410 w 1286"/>
              <a:gd name="T15" fmla="*/ 464 h 815"/>
              <a:gd name="T16" fmla="*/ 817 w 1286"/>
              <a:gd name="T17" fmla="*/ 669 h 815"/>
              <a:gd name="T18" fmla="*/ 817 w 1286"/>
              <a:gd name="T19" fmla="*/ 814 h 815"/>
              <a:gd name="T20" fmla="*/ 0 w 1286"/>
              <a:gd name="T21" fmla="*/ 814 h 815"/>
              <a:gd name="T22" fmla="*/ 0 w 1286"/>
              <a:gd name="T23" fmla="*/ 669 h 815"/>
              <a:gd name="T24" fmla="*/ 410 w 1286"/>
              <a:gd name="T25" fmla="*/ 464 h 815"/>
              <a:gd name="T26" fmla="*/ 410 w 1286"/>
              <a:gd name="T27" fmla="*/ 350 h 815"/>
              <a:gd name="T28" fmla="*/ 235 w 1286"/>
              <a:gd name="T29" fmla="*/ 175 h 815"/>
              <a:gd name="T30" fmla="*/ 410 w 1286"/>
              <a:gd name="T31" fmla="*/ 0 h 815"/>
              <a:gd name="T32" fmla="*/ 582 w 1286"/>
              <a:gd name="T33" fmla="*/ 175 h 815"/>
              <a:gd name="T34" fmla="*/ 410 w 1286"/>
              <a:gd name="T35" fmla="*/ 350 h 815"/>
              <a:gd name="T36" fmla="*/ 875 w 1286"/>
              <a:gd name="T37" fmla="*/ 350 h 815"/>
              <a:gd name="T38" fmla="*/ 700 w 1286"/>
              <a:gd name="T39" fmla="*/ 175 h 815"/>
              <a:gd name="T40" fmla="*/ 875 w 1286"/>
              <a:gd name="T41" fmla="*/ 0 h 815"/>
              <a:gd name="T42" fmla="*/ 1050 w 1286"/>
              <a:gd name="T43" fmla="*/ 175 h 815"/>
              <a:gd name="T44" fmla="*/ 875 w 1286"/>
              <a:gd name="T45" fmla="*/ 350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86" h="815">
                <a:moveTo>
                  <a:pt x="875" y="464"/>
                </a:moveTo>
                <a:cubicBezTo>
                  <a:pt x="1011" y="464"/>
                  <a:pt x="1285" y="532"/>
                  <a:pt x="1285" y="669"/>
                </a:cubicBezTo>
                <a:lnTo>
                  <a:pt x="1285" y="814"/>
                </a:lnTo>
                <a:lnTo>
                  <a:pt x="935" y="814"/>
                </a:lnTo>
                <a:lnTo>
                  <a:pt x="935" y="669"/>
                </a:lnTo>
                <a:cubicBezTo>
                  <a:pt x="935" y="581"/>
                  <a:pt x="888" y="516"/>
                  <a:pt x="820" y="467"/>
                </a:cubicBezTo>
                <a:cubicBezTo>
                  <a:pt x="839" y="464"/>
                  <a:pt x="858" y="464"/>
                  <a:pt x="875" y="464"/>
                </a:cubicBezTo>
                <a:close/>
                <a:moveTo>
                  <a:pt x="410" y="464"/>
                </a:moveTo>
                <a:cubicBezTo>
                  <a:pt x="547" y="464"/>
                  <a:pt x="817" y="532"/>
                  <a:pt x="817" y="669"/>
                </a:cubicBezTo>
                <a:lnTo>
                  <a:pt x="817" y="814"/>
                </a:lnTo>
                <a:lnTo>
                  <a:pt x="0" y="814"/>
                </a:lnTo>
                <a:lnTo>
                  <a:pt x="0" y="669"/>
                </a:lnTo>
                <a:cubicBezTo>
                  <a:pt x="0" y="532"/>
                  <a:pt x="274" y="464"/>
                  <a:pt x="410" y="464"/>
                </a:cubicBezTo>
                <a:close/>
                <a:moveTo>
                  <a:pt x="410" y="350"/>
                </a:moveTo>
                <a:cubicBezTo>
                  <a:pt x="315" y="350"/>
                  <a:pt x="235" y="270"/>
                  <a:pt x="235" y="175"/>
                </a:cubicBezTo>
                <a:cubicBezTo>
                  <a:pt x="235" y="79"/>
                  <a:pt x="314" y="0"/>
                  <a:pt x="410" y="0"/>
                </a:cubicBezTo>
                <a:cubicBezTo>
                  <a:pt x="505" y="0"/>
                  <a:pt x="582" y="80"/>
                  <a:pt x="582" y="175"/>
                </a:cubicBezTo>
                <a:cubicBezTo>
                  <a:pt x="582" y="271"/>
                  <a:pt x="506" y="350"/>
                  <a:pt x="410" y="350"/>
                </a:cubicBezTo>
                <a:close/>
                <a:moveTo>
                  <a:pt x="875" y="350"/>
                </a:moveTo>
                <a:cubicBezTo>
                  <a:pt x="779" y="350"/>
                  <a:pt x="700" y="270"/>
                  <a:pt x="700" y="175"/>
                </a:cubicBezTo>
                <a:cubicBezTo>
                  <a:pt x="700" y="79"/>
                  <a:pt x="779" y="0"/>
                  <a:pt x="875" y="0"/>
                </a:cubicBezTo>
                <a:cubicBezTo>
                  <a:pt x="970" y="0"/>
                  <a:pt x="1050" y="80"/>
                  <a:pt x="1050" y="175"/>
                </a:cubicBezTo>
                <a:cubicBezTo>
                  <a:pt x="1050" y="271"/>
                  <a:pt x="970" y="350"/>
                  <a:pt x="875" y="350"/>
                </a:cubicBezTo>
                <a:close/>
              </a:path>
            </a:pathLst>
          </a:custGeom>
          <a:solidFill>
            <a:schemeClr val="accent3"/>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36" name="Freeform 33">
            <a:extLst>
              <a:ext uri="{FF2B5EF4-FFF2-40B4-BE49-F238E27FC236}">
                <a16:creationId xmlns:a16="http://schemas.microsoft.com/office/drawing/2014/main" id="{E7763F97-45A2-C46C-0C42-C5DB2F938511}"/>
              </a:ext>
            </a:extLst>
          </p:cNvPr>
          <p:cNvSpPr>
            <a:spLocks noChangeArrowheads="1"/>
          </p:cNvSpPr>
          <p:nvPr/>
        </p:nvSpPr>
        <p:spPr bwMode="auto">
          <a:xfrm>
            <a:off x="1788282" y="3177430"/>
            <a:ext cx="400455" cy="283340"/>
          </a:xfrm>
          <a:custGeom>
            <a:avLst/>
            <a:gdLst>
              <a:gd name="T0" fmla="*/ 1168 w 1401"/>
              <a:gd name="T1" fmla="*/ 699 h 992"/>
              <a:gd name="T2" fmla="*/ 1168 w 1401"/>
              <a:gd name="T3" fmla="*/ 118 h 992"/>
              <a:gd name="T4" fmla="*/ 233 w 1401"/>
              <a:gd name="T5" fmla="*/ 118 h 992"/>
              <a:gd name="T6" fmla="*/ 233 w 1401"/>
              <a:gd name="T7" fmla="*/ 699 h 992"/>
              <a:gd name="T8" fmla="*/ 1168 w 1401"/>
              <a:gd name="T9" fmla="*/ 699 h 992"/>
              <a:gd name="T10" fmla="*/ 818 w 1401"/>
              <a:gd name="T11" fmla="*/ 874 h 992"/>
              <a:gd name="T12" fmla="*/ 818 w 1401"/>
              <a:gd name="T13" fmla="*/ 816 h 992"/>
              <a:gd name="T14" fmla="*/ 583 w 1401"/>
              <a:gd name="T15" fmla="*/ 816 h 992"/>
              <a:gd name="T16" fmla="*/ 583 w 1401"/>
              <a:gd name="T17" fmla="*/ 874 h 992"/>
              <a:gd name="T18" fmla="*/ 818 w 1401"/>
              <a:gd name="T19" fmla="*/ 874 h 992"/>
              <a:gd name="T20" fmla="*/ 1400 w 1401"/>
              <a:gd name="T21" fmla="*/ 874 h 992"/>
              <a:gd name="T22" fmla="*/ 1400 w 1401"/>
              <a:gd name="T23" fmla="*/ 991 h 992"/>
              <a:gd name="T24" fmla="*/ 0 w 1401"/>
              <a:gd name="T25" fmla="*/ 991 h 992"/>
              <a:gd name="T26" fmla="*/ 0 w 1401"/>
              <a:gd name="T27" fmla="*/ 874 h 992"/>
              <a:gd name="T28" fmla="*/ 118 w 1401"/>
              <a:gd name="T29" fmla="*/ 874 h 992"/>
              <a:gd name="T30" fmla="*/ 118 w 1401"/>
              <a:gd name="T31" fmla="*/ 0 h 992"/>
              <a:gd name="T32" fmla="*/ 1283 w 1401"/>
              <a:gd name="T33" fmla="*/ 0 h 992"/>
              <a:gd name="T34" fmla="*/ 1283 w 1401"/>
              <a:gd name="T35" fmla="*/ 874 h 992"/>
              <a:gd name="T36" fmla="*/ 1400 w 1401"/>
              <a:gd name="T37" fmla="*/ 874 h 9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1" h="992">
                <a:moveTo>
                  <a:pt x="1168" y="699"/>
                </a:moveTo>
                <a:lnTo>
                  <a:pt x="1168" y="118"/>
                </a:lnTo>
                <a:lnTo>
                  <a:pt x="233" y="118"/>
                </a:lnTo>
                <a:lnTo>
                  <a:pt x="233" y="699"/>
                </a:lnTo>
                <a:lnTo>
                  <a:pt x="1168" y="699"/>
                </a:lnTo>
                <a:close/>
                <a:moveTo>
                  <a:pt x="818" y="874"/>
                </a:moveTo>
                <a:lnTo>
                  <a:pt x="818" y="816"/>
                </a:lnTo>
                <a:lnTo>
                  <a:pt x="583" y="816"/>
                </a:lnTo>
                <a:lnTo>
                  <a:pt x="583" y="874"/>
                </a:lnTo>
                <a:lnTo>
                  <a:pt x="818" y="874"/>
                </a:lnTo>
                <a:close/>
                <a:moveTo>
                  <a:pt x="1400" y="874"/>
                </a:moveTo>
                <a:lnTo>
                  <a:pt x="1400" y="991"/>
                </a:lnTo>
                <a:lnTo>
                  <a:pt x="0" y="991"/>
                </a:lnTo>
                <a:lnTo>
                  <a:pt x="0" y="874"/>
                </a:lnTo>
                <a:lnTo>
                  <a:pt x="118" y="874"/>
                </a:lnTo>
                <a:lnTo>
                  <a:pt x="118" y="0"/>
                </a:lnTo>
                <a:lnTo>
                  <a:pt x="1283" y="0"/>
                </a:lnTo>
                <a:lnTo>
                  <a:pt x="1283" y="874"/>
                </a:lnTo>
                <a:lnTo>
                  <a:pt x="1400" y="874"/>
                </a:lnTo>
                <a:close/>
              </a:path>
            </a:pathLst>
          </a:custGeom>
          <a:solidFill>
            <a:schemeClr val="accent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endParaRPr lang="en-US">
              <a:latin typeface="Alibaba PuHuiTi" pitchFamily="18" charset="-122"/>
              <a:ea typeface="Alibaba PuHuiTi" pitchFamily="18" charset="-122"/>
              <a:cs typeface="Alibaba PuHuiTi" pitchFamily="18" charset="-122"/>
            </a:endParaRPr>
          </a:p>
        </p:txBody>
      </p:sp>
      <p:sp>
        <p:nvSpPr>
          <p:cNvPr id="937" name="Freeform 34">
            <a:extLst>
              <a:ext uri="{FF2B5EF4-FFF2-40B4-BE49-F238E27FC236}">
                <a16:creationId xmlns:a16="http://schemas.microsoft.com/office/drawing/2014/main" id="{191103D7-0A59-698F-546E-52612383E614}"/>
              </a:ext>
            </a:extLst>
          </p:cNvPr>
          <p:cNvSpPr>
            <a:spLocks noChangeArrowheads="1"/>
          </p:cNvSpPr>
          <p:nvPr/>
        </p:nvSpPr>
        <p:spPr bwMode="auto">
          <a:xfrm>
            <a:off x="9995122" y="3138222"/>
            <a:ext cx="338080" cy="338080"/>
          </a:xfrm>
          <a:custGeom>
            <a:avLst/>
            <a:gdLst>
              <a:gd name="T0" fmla="*/ 836 w 1165"/>
              <a:gd name="T1" fmla="*/ 699 h 1165"/>
              <a:gd name="T2" fmla="*/ 1033 w 1165"/>
              <a:gd name="T3" fmla="*/ 699 h 1165"/>
              <a:gd name="T4" fmla="*/ 1049 w 1165"/>
              <a:gd name="T5" fmla="*/ 582 h 1165"/>
              <a:gd name="T6" fmla="*/ 1033 w 1165"/>
              <a:gd name="T7" fmla="*/ 465 h 1165"/>
              <a:gd name="T8" fmla="*/ 836 w 1165"/>
              <a:gd name="T9" fmla="*/ 465 h 1165"/>
              <a:gd name="T10" fmla="*/ 844 w 1165"/>
              <a:gd name="T11" fmla="*/ 582 h 1165"/>
              <a:gd name="T12" fmla="*/ 836 w 1165"/>
              <a:gd name="T13" fmla="*/ 699 h 1165"/>
              <a:gd name="T14" fmla="*/ 732 w 1165"/>
              <a:gd name="T15" fmla="*/ 1021 h 1165"/>
              <a:gd name="T16" fmla="*/ 987 w 1165"/>
              <a:gd name="T17" fmla="*/ 814 h 1165"/>
              <a:gd name="T18" fmla="*/ 814 w 1165"/>
              <a:gd name="T19" fmla="*/ 814 h 1165"/>
              <a:gd name="T20" fmla="*/ 732 w 1165"/>
              <a:gd name="T21" fmla="*/ 1021 h 1165"/>
              <a:gd name="T22" fmla="*/ 719 w 1165"/>
              <a:gd name="T23" fmla="*/ 699 h 1165"/>
              <a:gd name="T24" fmla="*/ 727 w 1165"/>
              <a:gd name="T25" fmla="*/ 582 h 1165"/>
              <a:gd name="T26" fmla="*/ 719 w 1165"/>
              <a:gd name="T27" fmla="*/ 465 h 1165"/>
              <a:gd name="T28" fmla="*/ 445 w 1165"/>
              <a:gd name="T29" fmla="*/ 465 h 1165"/>
              <a:gd name="T30" fmla="*/ 437 w 1165"/>
              <a:gd name="T31" fmla="*/ 582 h 1165"/>
              <a:gd name="T32" fmla="*/ 445 w 1165"/>
              <a:gd name="T33" fmla="*/ 699 h 1165"/>
              <a:gd name="T34" fmla="*/ 719 w 1165"/>
              <a:gd name="T35" fmla="*/ 699 h 1165"/>
              <a:gd name="T36" fmla="*/ 582 w 1165"/>
              <a:gd name="T37" fmla="*/ 1046 h 1165"/>
              <a:gd name="T38" fmla="*/ 694 w 1165"/>
              <a:gd name="T39" fmla="*/ 814 h 1165"/>
              <a:gd name="T40" fmla="*/ 470 w 1165"/>
              <a:gd name="T41" fmla="*/ 814 h 1165"/>
              <a:gd name="T42" fmla="*/ 582 w 1165"/>
              <a:gd name="T43" fmla="*/ 1046 h 1165"/>
              <a:gd name="T44" fmla="*/ 350 w 1165"/>
              <a:gd name="T45" fmla="*/ 350 h 1165"/>
              <a:gd name="T46" fmla="*/ 432 w 1165"/>
              <a:gd name="T47" fmla="*/ 142 h 1165"/>
              <a:gd name="T48" fmla="*/ 177 w 1165"/>
              <a:gd name="T49" fmla="*/ 350 h 1165"/>
              <a:gd name="T50" fmla="*/ 350 w 1165"/>
              <a:gd name="T51" fmla="*/ 350 h 1165"/>
              <a:gd name="T52" fmla="*/ 177 w 1165"/>
              <a:gd name="T53" fmla="*/ 814 h 1165"/>
              <a:gd name="T54" fmla="*/ 432 w 1165"/>
              <a:gd name="T55" fmla="*/ 1021 h 1165"/>
              <a:gd name="T56" fmla="*/ 350 w 1165"/>
              <a:gd name="T57" fmla="*/ 814 h 1165"/>
              <a:gd name="T58" fmla="*/ 177 w 1165"/>
              <a:gd name="T59" fmla="*/ 814 h 1165"/>
              <a:gd name="T60" fmla="*/ 131 w 1165"/>
              <a:gd name="T61" fmla="*/ 699 h 1165"/>
              <a:gd name="T62" fmla="*/ 328 w 1165"/>
              <a:gd name="T63" fmla="*/ 699 h 1165"/>
              <a:gd name="T64" fmla="*/ 319 w 1165"/>
              <a:gd name="T65" fmla="*/ 582 h 1165"/>
              <a:gd name="T66" fmla="*/ 328 w 1165"/>
              <a:gd name="T67" fmla="*/ 465 h 1165"/>
              <a:gd name="T68" fmla="*/ 131 w 1165"/>
              <a:gd name="T69" fmla="*/ 465 h 1165"/>
              <a:gd name="T70" fmla="*/ 114 w 1165"/>
              <a:gd name="T71" fmla="*/ 582 h 1165"/>
              <a:gd name="T72" fmla="*/ 131 w 1165"/>
              <a:gd name="T73" fmla="*/ 699 h 1165"/>
              <a:gd name="T74" fmla="*/ 582 w 1165"/>
              <a:gd name="T75" fmla="*/ 117 h 1165"/>
              <a:gd name="T76" fmla="*/ 470 w 1165"/>
              <a:gd name="T77" fmla="*/ 350 h 1165"/>
              <a:gd name="T78" fmla="*/ 694 w 1165"/>
              <a:gd name="T79" fmla="*/ 350 h 1165"/>
              <a:gd name="T80" fmla="*/ 582 w 1165"/>
              <a:gd name="T81" fmla="*/ 117 h 1165"/>
              <a:gd name="T82" fmla="*/ 987 w 1165"/>
              <a:gd name="T83" fmla="*/ 350 h 1165"/>
              <a:gd name="T84" fmla="*/ 732 w 1165"/>
              <a:gd name="T85" fmla="*/ 142 h 1165"/>
              <a:gd name="T86" fmla="*/ 814 w 1165"/>
              <a:gd name="T87" fmla="*/ 350 h 1165"/>
              <a:gd name="T88" fmla="*/ 987 w 1165"/>
              <a:gd name="T89" fmla="*/ 350 h 1165"/>
              <a:gd name="T90" fmla="*/ 582 w 1165"/>
              <a:gd name="T91" fmla="*/ 0 h 1165"/>
              <a:gd name="T92" fmla="*/ 1164 w 1165"/>
              <a:gd name="T93" fmla="*/ 582 h 1165"/>
              <a:gd name="T94" fmla="*/ 582 w 1165"/>
              <a:gd name="T95" fmla="*/ 1164 h 1165"/>
              <a:gd name="T96" fmla="*/ 0 w 1165"/>
              <a:gd name="T97" fmla="*/ 582 h 1165"/>
              <a:gd name="T98" fmla="*/ 582 w 1165"/>
              <a:gd name="T99" fmla="*/ 0 h 1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65" h="1165">
                <a:moveTo>
                  <a:pt x="836" y="699"/>
                </a:moveTo>
                <a:lnTo>
                  <a:pt x="1033" y="699"/>
                </a:lnTo>
                <a:cubicBezTo>
                  <a:pt x="1041" y="660"/>
                  <a:pt x="1049" y="622"/>
                  <a:pt x="1049" y="582"/>
                </a:cubicBezTo>
                <a:cubicBezTo>
                  <a:pt x="1049" y="541"/>
                  <a:pt x="1041" y="503"/>
                  <a:pt x="1033" y="465"/>
                </a:cubicBezTo>
                <a:lnTo>
                  <a:pt x="836" y="465"/>
                </a:lnTo>
                <a:cubicBezTo>
                  <a:pt x="842" y="503"/>
                  <a:pt x="844" y="541"/>
                  <a:pt x="844" y="582"/>
                </a:cubicBezTo>
                <a:cubicBezTo>
                  <a:pt x="844" y="622"/>
                  <a:pt x="842" y="660"/>
                  <a:pt x="836" y="699"/>
                </a:cubicBezTo>
                <a:close/>
                <a:moveTo>
                  <a:pt x="732" y="1021"/>
                </a:moveTo>
                <a:cubicBezTo>
                  <a:pt x="839" y="986"/>
                  <a:pt x="932" y="909"/>
                  <a:pt x="987" y="814"/>
                </a:cubicBezTo>
                <a:lnTo>
                  <a:pt x="814" y="814"/>
                </a:lnTo>
                <a:cubicBezTo>
                  <a:pt x="795" y="887"/>
                  <a:pt x="768" y="956"/>
                  <a:pt x="732" y="1021"/>
                </a:cubicBezTo>
                <a:close/>
                <a:moveTo>
                  <a:pt x="719" y="699"/>
                </a:moveTo>
                <a:cubicBezTo>
                  <a:pt x="724" y="660"/>
                  <a:pt x="727" y="622"/>
                  <a:pt x="727" y="582"/>
                </a:cubicBezTo>
                <a:cubicBezTo>
                  <a:pt x="727" y="541"/>
                  <a:pt x="724" y="503"/>
                  <a:pt x="719" y="465"/>
                </a:cubicBezTo>
                <a:lnTo>
                  <a:pt x="445" y="465"/>
                </a:lnTo>
                <a:cubicBezTo>
                  <a:pt x="440" y="503"/>
                  <a:pt x="437" y="541"/>
                  <a:pt x="437" y="582"/>
                </a:cubicBezTo>
                <a:cubicBezTo>
                  <a:pt x="437" y="622"/>
                  <a:pt x="440" y="660"/>
                  <a:pt x="445" y="699"/>
                </a:cubicBezTo>
                <a:lnTo>
                  <a:pt x="719" y="699"/>
                </a:lnTo>
                <a:close/>
                <a:moveTo>
                  <a:pt x="582" y="1046"/>
                </a:moveTo>
                <a:cubicBezTo>
                  <a:pt x="631" y="975"/>
                  <a:pt x="669" y="898"/>
                  <a:pt x="694" y="814"/>
                </a:cubicBezTo>
                <a:lnTo>
                  <a:pt x="470" y="814"/>
                </a:lnTo>
                <a:cubicBezTo>
                  <a:pt x="494" y="898"/>
                  <a:pt x="533" y="975"/>
                  <a:pt x="582" y="1046"/>
                </a:cubicBezTo>
                <a:close/>
                <a:moveTo>
                  <a:pt x="350" y="350"/>
                </a:moveTo>
                <a:cubicBezTo>
                  <a:pt x="369" y="276"/>
                  <a:pt x="396" y="208"/>
                  <a:pt x="432" y="142"/>
                </a:cubicBezTo>
                <a:cubicBezTo>
                  <a:pt x="325" y="178"/>
                  <a:pt x="232" y="254"/>
                  <a:pt x="177" y="350"/>
                </a:cubicBezTo>
                <a:lnTo>
                  <a:pt x="350" y="350"/>
                </a:lnTo>
                <a:close/>
                <a:moveTo>
                  <a:pt x="177" y="814"/>
                </a:moveTo>
                <a:cubicBezTo>
                  <a:pt x="232" y="909"/>
                  <a:pt x="325" y="986"/>
                  <a:pt x="432" y="1021"/>
                </a:cubicBezTo>
                <a:cubicBezTo>
                  <a:pt x="396" y="956"/>
                  <a:pt x="369" y="887"/>
                  <a:pt x="350" y="814"/>
                </a:cubicBezTo>
                <a:lnTo>
                  <a:pt x="177" y="814"/>
                </a:lnTo>
                <a:close/>
                <a:moveTo>
                  <a:pt x="131" y="699"/>
                </a:moveTo>
                <a:lnTo>
                  <a:pt x="328" y="699"/>
                </a:lnTo>
                <a:cubicBezTo>
                  <a:pt x="322" y="660"/>
                  <a:pt x="319" y="622"/>
                  <a:pt x="319" y="582"/>
                </a:cubicBezTo>
                <a:cubicBezTo>
                  <a:pt x="319" y="541"/>
                  <a:pt x="322" y="503"/>
                  <a:pt x="328" y="465"/>
                </a:cubicBezTo>
                <a:lnTo>
                  <a:pt x="131" y="465"/>
                </a:lnTo>
                <a:cubicBezTo>
                  <a:pt x="123" y="503"/>
                  <a:pt x="114" y="541"/>
                  <a:pt x="114" y="582"/>
                </a:cubicBezTo>
                <a:cubicBezTo>
                  <a:pt x="114" y="622"/>
                  <a:pt x="123" y="660"/>
                  <a:pt x="131" y="699"/>
                </a:cubicBezTo>
                <a:close/>
                <a:moveTo>
                  <a:pt x="582" y="117"/>
                </a:moveTo>
                <a:cubicBezTo>
                  <a:pt x="533" y="188"/>
                  <a:pt x="494" y="265"/>
                  <a:pt x="470" y="350"/>
                </a:cubicBezTo>
                <a:lnTo>
                  <a:pt x="694" y="350"/>
                </a:lnTo>
                <a:cubicBezTo>
                  <a:pt x="669" y="265"/>
                  <a:pt x="631" y="188"/>
                  <a:pt x="582" y="117"/>
                </a:cubicBezTo>
                <a:close/>
                <a:moveTo>
                  <a:pt x="987" y="350"/>
                </a:moveTo>
                <a:cubicBezTo>
                  <a:pt x="932" y="254"/>
                  <a:pt x="839" y="178"/>
                  <a:pt x="732" y="142"/>
                </a:cubicBezTo>
                <a:cubicBezTo>
                  <a:pt x="768" y="208"/>
                  <a:pt x="795" y="276"/>
                  <a:pt x="814" y="350"/>
                </a:cubicBezTo>
                <a:lnTo>
                  <a:pt x="987" y="350"/>
                </a:lnTo>
                <a:close/>
                <a:moveTo>
                  <a:pt x="582" y="0"/>
                </a:moveTo>
                <a:cubicBezTo>
                  <a:pt x="905" y="0"/>
                  <a:pt x="1164" y="259"/>
                  <a:pt x="1164" y="582"/>
                </a:cubicBezTo>
                <a:cubicBezTo>
                  <a:pt x="1164" y="904"/>
                  <a:pt x="905" y="1164"/>
                  <a:pt x="582" y="1164"/>
                </a:cubicBezTo>
                <a:cubicBezTo>
                  <a:pt x="259" y="1164"/>
                  <a:pt x="0" y="904"/>
                  <a:pt x="0" y="582"/>
                </a:cubicBezTo>
                <a:cubicBezTo>
                  <a:pt x="0" y="259"/>
                  <a:pt x="259" y="0"/>
                  <a:pt x="582" y="0"/>
                </a:cubicBezTo>
                <a:close/>
              </a:path>
            </a:pathLst>
          </a:custGeom>
          <a:solidFill>
            <a:schemeClr val="accent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938" name="Freeform 37">
            <a:extLst>
              <a:ext uri="{FF2B5EF4-FFF2-40B4-BE49-F238E27FC236}">
                <a16:creationId xmlns:a16="http://schemas.microsoft.com/office/drawing/2014/main" id="{E896C27A-20A4-7475-1F10-7CE2D4369D55}"/>
              </a:ext>
            </a:extLst>
          </p:cNvPr>
          <p:cNvSpPr>
            <a:spLocks noChangeArrowheads="1"/>
          </p:cNvSpPr>
          <p:nvPr/>
        </p:nvSpPr>
        <p:spPr bwMode="auto">
          <a:xfrm>
            <a:off x="3870117" y="3158152"/>
            <a:ext cx="315601" cy="315601"/>
          </a:xfrm>
          <a:custGeom>
            <a:avLst/>
            <a:gdLst>
              <a:gd name="T0" fmla="*/ 525 w 1051"/>
              <a:gd name="T1" fmla="*/ 0 h 1049"/>
              <a:gd name="T2" fmla="*/ 1050 w 1051"/>
              <a:gd name="T3" fmla="*/ 0 h 1049"/>
              <a:gd name="T4" fmla="*/ 1050 w 1051"/>
              <a:gd name="T5" fmla="*/ 407 h 1049"/>
              <a:gd name="T6" fmla="*/ 700 w 1051"/>
              <a:gd name="T7" fmla="*/ 407 h 1049"/>
              <a:gd name="T8" fmla="*/ 525 w 1051"/>
              <a:gd name="T9" fmla="*/ 581 h 1049"/>
              <a:gd name="T10" fmla="*/ 525 w 1051"/>
              <a:gd name="T11" fmla="*/ 0 h 1049"/>
              <a:gd name="T12" fmla="*/ 992 w 1051"/>
              <a:gd name="T13" fmla="*/ 728 h 1049"/>
              <a:gd name="T14" fmla="*/ 1050 w 1051"/>
              <a:gd name="T15" fmla="*/ 786 h 1049"/>
              <a:gd name="T16" fmla="*/ 1050 w 1051"/>
              <a:gd name="T17" fmla="*/ 991 h 1049"/>
              <a:gd name="T18" fmla="*/ 992 w 1051"/>
              <a:gd name="T19" fmla="*/ 1048 h 1049"/>
              <a:gd name="T20" fmla="*/ 0 w 1051"/>
              <a:gd name="T21" fmla="*/ 57 h 1049"/>
              <a:gd name="T22" fmla="*/ 58 w 1051"/>
              <a:gd name="T23" fmla="*/ 0 h 1049"/>
              <a:gd name="T24" fmla="*/ 263 w 1051"/>
              <a:gd name="T25" fmla="*/ 0 h 1049"/>
              <a:gd name="T26" fmla="*/ 320 w 1051"/>
              <a:gd name="T27" fmla="*/ 57 h 1049"/>
              <a:gd name="T28" fmla="*/ 353 w 1051"/>
              <a:gd name="T29" fmla="*/ 265 h 1049"/>
              <a:gd name="T30" fmla="*/ 339 w 1051"/>
              <a:gd name="T31" fmla="*/ 325 h 1049"/>
              <a:gd name="T32" fmla="*/ 211 w 1051"/>
              <a:gd name="T33" fmla="*/ 454 h 1049"/>
              <a:gd name="T34" fmla="*/ 596 w 1051"/>
              <a:gd name="T35" fmla="*/ 838 h 1049"/>
              <a:gd name="T36" fmla="*/ 725 w 1051"/>
              <a:gd name="T37" fmla="*/ 709 h 1049"/>
              <a:gd name="T38" fmla="*/ 785 w 1051"/>
              <a:gd name="T39" fmla="*/ 696 h 1049"/>
              <a:gd name="T40" fmla="*/ 992 w 1051"/>
              <a:gd name="T41" fmla="*/ 729 h 1049"/>
              <a:gd name="T42" fmla="*/ 992 w 1051"/>
              <a:gd name="T43" fmla="*/ 728 h 10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51" h="1049">
                <a:moveTo>
                  <a:pt x="525" y="0"/>
                </a:moveTo>
                <a:lnTo>
                  <a:pt x="1050" y="0"/>
                </a:lnTo>
                <a:lnTo>
                  <a:pt x="1050" y="407"/>
                </a:lnTo>
                <a:lnTo>
                  <a:pt x="700" y="407"/>
                </a:lnTo>
                <a:lnTo>
                  <a:pt x="525" y="581"/>
                </a:lnTo>
                <a:lnTo>
                  <a:pt x="525" y="0"/>
                </a:lnTo>
                <a:close/>
                <a:moveTo>
                  <a:pt x="992" y="728"/>
                </a:moveTo>
                <a:cubicBezTo>
                  <a:pt x="1025" y="728"/>
                  <a:pt x="1050" y="753"/>
                  <a:pt x="1050" y="786"/>
                </a:cubicBezTo>
                <a:lnTo>
                  <a:pt x="1050" y="991"/>
                </a:lnTo>
                <a:cubicBezTo>
                  <a:pt x="1050" y="1024"/>
                  <a:pt x="1025" y="1048"/>
                  <a:pt x="992" y="1048"/>
                </a:cubicBezTo>
                <a:cubicBezTo>
                  <a:pt x="446" y="1048"/>
                  <a:pt x="0" y="603"/>
                  <a:pt x="0" y="57"/>
                </a:cubicBezTo>
                <a:cubicBezTo>
                  <a:pt x="0" y="24"/>
                  <a:pt x="25" y="0"/>
                  <a:pt x="58" y="0"/>
                </a:cubicBezTo>
                <a:lnTo>
                  <a:pt x="263" y="0"/>
                </a:lnTo>
                <a:cubicBezTo>
                  <a:pt x="296" y="0"/>
                  <a:pt x="320" y="24"/>
                  <a:pt x="320" y="57"/>
                </a:cubicBezTo>
                <a:cubicBezTo>
                  <a:pt x="320" y="131"/>
                  <a:pt x="331" y="199"/>
                  <a:pt x="353" y="265"/>
                </a:cubicBezTo>
                <a:cubicBezTo>
                  <a:pt x="358" y="284"/>
                  <a:pt x="356" y="309"/>
                  <a:pt x="339" y="325"/>
                </a:cubicBezTo>
                <a:lnTo>
                  <a:pt x="211" y="454"/>
                </a:lnTo>
                <a:cubicBezTo>
                  <a:pt x="296" y="616"/>
                  <a:pt x="432" y="753"/>
                  <a:pt x="596" y="838"/>
                </a:cubicBezTo>
                <a:lnTo>
                  <a:pt x="725" y="709"/>
                </a:lnTo>
                <a:cubicBezTo>
                  <a:pt x="741" y="693"/>
                  <a:pt x="766" y="690"/>
                  <a:pt x="785" y="696"/>
                </a:cubicBezTo>
                <a:cubicBezTo>
                  <a:pt x="850" y="718"/>
                  <a:pt x="919" y="729"/>
                  <a:pt x="992" y="729"/>
                </a:cubicBezTo>
                <a:lnTo>
                  <a:pt x="992" y="728"/>
                </a:lnTo>
                <a:close/>
              </a:path>
            </a:pathLst>
          </a:custGeom>
          <a:solidFill>
            <a:schemeClr val="accent2"/>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en-GB"/>
            </a:defPPr>
            <a:lvl1pPr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1pPr>
            <a:lvl2pPr marL="742950" indent="-28575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2pPr>
            <a:lvl3pPr marL="11430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3pPr>
            <a:lvl4pPr marL="16002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4pPr>
            <a:lvl5pPr marL="2057400" indent="-228600" algn="l" defTabSz="457200" rtl="0" fontAlgn="base" hangingPunct="0">
              <a:lnSpc>
                <a:spcPct val="93000"/>
              </a:lnSpc>
              <a:spcBef>
                <a:spcPct val="0"/>
              </a:spcBef>
              <a:spcAft>
                <a:spcPct val="0"/>
              </a:spcAft>
              <a:buClr>
                <a:srgbClr val="000000"/>
              </a:buClr>
              <a:buSzPct val="100000"/>
              <a:buFont typeface="Times New Roman" charset="0"/>
              <a:defRPr kern="1200">
                <a:solidFill>
                  <a:schemeClr val="tx1"/>
                </a:solidFill>
                <a:latin typeface="Arial" charset="0"/>
                <a:ea typeface="SimSun" charset="0"/>
                <a:cs typeface="SimSun" charset="0"/>
              </a:defRPr>
            </a:lvl5pPr>
            <a:lvl6pPr marL="2286000" algn="l" defTabSz="457200" rtl="0" eaLnBrk="1" latinLnBrk="0" hangingPunct="1">
              <a:defRPr kern="1200">
                <a:solidFill>
                  <a:schemeClr val="tx1"/>
                </a:solidFill>
                <a:latin typeface="Arial" charset="0"/>
                <a:ea typeface="SimSun" charset="0"/>
                <a:cs typeface="SimSun" charset="0"/>
              </a:defRPr>
            </a:lvl6pPr>
            <a:lvl7pPr marL="2743200" algn="l" defTabSz="457200" rtl="0" eaLnBrk="1" latinLnBrk="0" hangingPunct="1">
              <a:defRPr kern="1200">
                <a:solidFill>
                  <a:schemeClr val="tx1"/>
                </a:solidFill>
                <a:latin typeface="Arial" charset="0"/>
                <a:ea typeface="SimSun" charset="0"/>
                <a:cs typeface="SimSun" charset="0"/>
              </a:defRPr>
            </a:lvl7pPr>
            <a:lvl8pPr marL="3200400" algn="l" defTabSz="457200" rtl="0" eaLnBrk="1" latinLnBrk="0" hangingPunct="1">
              <a:defRPr kern="1200">
                <a:solidFill>
                  <a:schemeClr val="tx1"/>
                </a:solidFill>
                <a:latin typeface="Arial" charset="0"/>
                <a:ea typeface="SimSun" charset="0"/>
                <a:cs typeface="SimSun" charset="0"/>
              </a:defRPr>
            </a:lvl8pPr>
            <a:lvl9pPr marL="3657600" algn="l" defTabSz="457200" rtl="0" eaLnBrk="1" latinLnBrk="0" hangingPunct="1">
              <a:defRPr kern="1200">
                <a:solidFill>
                  <a:schemeClr val="tx1"/>
                </a:solidFill>
                <a:latin typeface="Arial" charset="0"/>
                <a:ea typeface="SimSun" charset="0"/>
                <a:cs typeface="SimSun" charset="0"/>
              </a:defRPr>
            </a:lvl9pPr>
          </a:lstStyle>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charset="0"/>
              <a:buNone/>
              <a:tabLst/>
              <a:defRPr/>
            </a:pPr>
            <a:endParaRPr kumimoji="0" lang="en-US" sz="1800" b="0" i="0" u="none" strike="noStrike" kern="1200" cap="none" spc="0" normalizeH="0" baseline="0" noProof="0">
              <a:ln>
                <a:noFill/>
              </a:ln>
              <a:solidFill>
                <a:srgbClr val="383535"/>
              </a:solidFill>
              <a:effectLst/>
              <a:uLnTx/>
              <a:uFillTx/>
              <a:latin typeface="Alibaba PuHuiTi" pitchFamily="18" charset="-122"/>
              <a:ea typeface="Alibaba PuHuiTi" pitchFamily="18" charset="-122"/>
              <a:cs typeface="Alibaba PuHuiTi" pitchFamily="18" charset="-122"/>
            </a:endParaRPr>
          </a:p>
        </p:txBody>
      </p:sp>
      <p:sp>
        <p:nvSpPr>
          <p:cNvPr id="939" name="文本框 938">
            <a:extLst>
              <a:ext uri="{FF2B5EF4-FFF2-40B4-BE49-F238E27FC236}">
                <a16:creationId xmlns:a16="http://schemas.microsoft.com/office/drawing/2014/main" id="{BCEA53A3-6169-9D42-B766-F5DC2191C374}"/>
              </a:ext>
            </a:extLst>
          </p:cNvPr>
          <p:cNvSpPr txBox="1"/>
          <p:nvPr/>
        </p:nvSpPr>
        <p:spPr>
          <a:xfrm>
            <a:off x="439745" y="5445452"/>
            <a:ext cx="11266170" cy="301557"/>
          </a:xfrm>
          <a:prstGeom prst="rect">
            <a:avLst/>
          </a:prstGeom>
          <a:noFill/>
        </p:spPr>
        <p:txBody>
          <a:bodyPr wrap="square" rtlCol="0">
            <a:spAutoFit/>
          </a:bodyPr>
          <a:lstStyle/>
          <a:p>
            <a:pPr algn="ctr">
              <a:lnSpc>
                <a:spcPct val="150000"/>
              </a:lnSpc>
              <a:spcAft>
                <a:spcPts val="500"/>
              </a:spcAft>
            </a:pPr>
            <a:r>
              <a:rPr kumimoji="1" lang="zh-CN" altLang="en-US" sz="1000" dirty="0">
                <a:latin typeface="Alibaba PuHuiTi" pitchFamily="18" charset="-122"/>
                <a:ea typeface="Alibaba PuHuiTi" pitchFamily="18" charset="-122"/>
                <a:cs typeface="Alibaba PuHuiTi" pitchFamily="18" charset="-122"/>
              </a:rPr>
              <a:t>下边缘解释性内容</a:t>
            </a:r>
          </a:p>
        </p:txBody>
      </p:sp>
      <p:sp>
        <p:nvSpPr>
          <p:cNvPr id="2" name="文本框 1">
            <a:extLst>
              <a:ext uri="{FF2B5EF4-FFF2-40B4-BE49-F238E27FC236}">
                <a16:creationId xmlns:a16="http://schemas.microsoft.com/office/drawing/2014/main" id="{01B8987F-7108-00E4-32AE-5796A8214BC4}"/>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3" name="TextBox 161">
            <a:extLst>
              <a:ext uri="{FF2B5EF4-FFF2-40B4-BE49-F238E27FC236}">
                <a16:creationId xmlns:a16="http://schemas.microsoft.com/office/drawing/2014/main" id="{887C7594-6027-7EEB-3C9B-35EABEE6EE60}"/>
              </a:ext>
            </a:extLst>
          </p:cNvPr>
          <p:cNvSpPr txBox="1"/>
          <p:nvPr/>
        </p:nvSpPr>
        <p:spPr>
          <a:xfrm>
            <a:off x="3201995" y="4003057"/>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4" name="TextBox 161">
            <a:extLst>
              <a:ext uri="{FF2B5EF4-FFF2-40B4-BE49-F238E27FC236}">
                <a16:creationId xmlns:a16="http://schemas.microsoft.com/office/drawing/2014/main" id="{C4707DBB-8EED-68E6-F27A-C90A3A16E09B}"/>
              </a:ext>
            </a:extLst>
          </p:cNvPr>
          <p:cNvSpPr txBox="1"/>
          <p:nvPr/>
        </p:nvSpPr>
        <p:spPr>
          <a:xfrm>
            <a:off x="5235264" y="4002585"/>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5" name="TextBox 161">
            <a:extLst>
              <a:ext uri="{FF2B5EF4-FFF2-40B4-BE49-F238E27FC236}">
                <a16:creationId xmlns:a16="http://schemas.microsoft.com/office/drawing/2014/main" id="{B601BEA6-3279-9F12-FE71-08B49E80CDB5}"/>
              </a:ext>
            </a:extLst>
          </p:cNvPr>
          <p:cNvSpPr txBox="1"/>
          <p:nvPr/>
        </p:nvSpPr>
        <p:spPr>
          <a:xfrm>
            <a:off x="7286315" y="4002585"/>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
        <p:nvSpPr>
          <p:cNvPr id="6" name="TextBox 161">
            <a:extLst>
              <a:ext uri="{FF2B5EF4-FFF2-40B4-BE49-F238E27FC236}">
                <a16:creationId xmlns:a16="http://schemas.microsoft.com/office/drawing/2014/main" id="{CC671E6E-AFC9-124E-DC7E-7A9D8E6676FC}"/>
              </a:ext>
            </a:extLst>
          </p:cNvPr>
          <p:cNvSpPr txBox="1"/>
          <p:nvPr/>
        </p:nvSpPr>
        <p:spPr>
          <a:xfrm>
            <a:off x="9329745" y="4008946"/>
            <a:ext cx="1670051" cy="404854"/>
          </a:xfrm>
          <a:prstGeom prst="rect">
            <a:avLst/>
          </a:prstGeom>
          <a:noFill/>
        </p:spPr>
        <p:txBody>
          <a:bodyPr wrap="square" rtlCol="0">
            <a:normAutofit/>
          </a:bodyPr>
          <a:lstStyle/>
          <a:p>
            <a:pPr algn="ctr"/>
            <a:r>
              <a:rPr lang="en-US" sz="800" dirty="0" err="1">
                <a:solidFill>
                  <a:schemeClr val="bg1"/>
                </a:solidFill>
                <a:latin typeface="Alibaba PuHuiTi" pitchFamily="18" charset="-122"/>
                <a:ea typeface="Alibaba PuHuiTi" pitchFamily="18" charset="-122"/>
                <a:cs typeface="Alibaba PuHuiTi" pitchFamily="18" charset="-122"/>
              </a:rPr>
              <a:t>递进小标题</a:t>
            </a:r>
            <a:endParaRPr lang="id-ID" sz="800" dirty="0">
              <a:solidFill>
                <a:schemeClr val="bg1"/>
              </a:solidFill>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1812231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D08E-1F68-FFC6-1BFC-A85DB8A684D6}"/>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6B0A9951-A816-B2D9-634C-5E2CC1C9ED6D}"/>
              </a:ext>
            </a:extLst>
          </p:cNvPr>
          <p:cNvSpPr/>
          <p:nvPr/>
        </p:nvSpPr>
        <p:spPr>
          <a:xfrm>
            <a:off x="463550" y="1678721"/>
            <a:ext cx="2994660" cy="4472940"/>
          </a:xfrm>
          <a:prstGeom prst="rect">
            <a:avLst/>
          </a:prstGeom>
          <a:solidFill>
            <a:schemeClr val="bg1">
              <a:lumMod val="95000"/>
            </a:schemeClr>
          </a:solidFill>
          <a:ln w="12700" cap="flat">
            <a:noFill/>
            <a:prstDash val="solid"/>
            <a:miter/>
          </a:ln>
        </p:spPr>
        <p:txBody>
          <a:bodyPr/>
          <a:lstStyle/>
          <a:p>
            <a:endParaRPr lang="zh-CN" altLang="en-US"/>
          </a:p>
        </p:txBody>
      </p:sp>
      <p:sp>
        <p:nvSpPr>
          <p:cNvPr id="8" name="椭圆 7">
            <a:extLst>
              <a:ext uri="{FF2B5EF4-FFF2-40B4-BE49-F238E27FC236}">
                <a16:creationId xmlns:a16="http://schemas.microsoft.com/office/drawing/2014/main" id="{50568764-B50A-5531-668A-E3638325BFBE}"/>
              </a:ext>
            </a:extLst>
          </p:cNvPr>
          <p:cNvSpPr/>
          <p:nvPr/>
        </p:nvSpPr>
        <p:spPr>
          <a:xfrm>
            <a:off x="3658884" y="2006347"/>
            <a:ext cx="2979465" cy="2979465"/>
          </a:xfrm>
          <a:prstGeom prst="ellipse">
            <a:avLst/>
          </a:prstGeom>
          <a:noFill/>
          <a:ln w="12700" cap="flat" cmpd="sng">
            <a:solidFill>
              <a:schemeClr val="tx2"/>
            </a:solidFill>
            <a:prstDash val="lgDashDotDot"/>
            <a:miter/>
            <a:extLst>
              <a:ext uri="{C807C97D-BFC1-408E-A445-0C87EB9F89A2}">
                <ask:lineSketchStyleProps xmlns:ask="http://schemas.microsoft.com/office/drawing/2018/sketchyshapes" sd="1219033472">
                  <a:custGeom>
                    <a:avLst/>
                    <a:gdLst>
                      <a:gd name="csX0" fmla="*/ 0 w 2979465"/>
                      <a:gd name="csY0" fmla="*/ 1489733 h 2979465"/>
                      <a:gd name="csX1" fmla="*/ 1489733 w 2979465"/>
                      <a:gd name="csY1" fmla="*/ 0 h 2979465"/>
                      <a:gd name="csX2" fmla="*/ 2979466 w 2979465"/>
                      <a:gd name="csY2" fmla="*/ 1489733 h 2979465"/>
                      <a:gd name="csX3" fmla="*/ 1489733 w 2979465"/>
                      <a:gd name="csY3" fmla="*/ 2979466 h 2979465"/>
                      <a:gd name="csX4" fmla="*/ 0 w 2979465"/>
                      <a:gd name="csY4" fmla="*/ 1489733 h 2979465"/>
                    </a:gdLst>
                    <a:ahLst/>
                    <a:cxnLst>
                      <a:cxn ang="0">
                        <a:pos x="csX0" y="csY0"/>
                      </a:cxn>
                      <a:cxn ang="0">
                        <a:pos x="csX1" y="csY1"/>
                      </a:cxn>
                      <a:cxn ang="0">
                        <a:pos x="csX2" y="csY2"/>
                      </a:cxn>
                      <a:cxn ang="0">
                        <a:pos x="csX3" y="csY3"/>
                      </a:cxn>
                      <a:cxn ang="0">
                        <a:pos x="csX4" y="csY4"/>
                      </a:cxn>
                    </a:cxnLst>
                    <a:rect l="l" t="t" r="r" b="b"/>
                    <a:pathLst>
                      <a:path w="2979465" h="2979465" extrusionOk="0">
                        <a:moveTo>
                          <a:pt x="0" y="1489733"/>
                        </a:moveTo>
                        <a:cubicBezTo>
                          <a:pt x="-95098" y="608318"/>
                          <a:pt x="530873" y="51082"/>
                          <a:pt x="1489733" y="0"/>
                        </a:cubicBezTo>
                        <a:cubicBezTo>
                          <a:pt x="2369566" y="12016"/>
                          <a:pt x="2883943" y="670013"/>
                          <a:pt x="2979466" y="1489733"/>
                        </a:cubicBezTo>
                        <a:cubicBezTo>
                          <a:pt x="2971107" y="2320653"/>
                          <a:pt x="2300031" y="3048331"/>
                          <a:pt x="1489733" y="2979466"/>
                        </a:cubicBezTo>
                        <a:cubicBezTo>
                          <a:pt x="566353" y="2924413"/>
                          <a:pt x="101735" y="2361100"/>
                          <a:pt x="0" y="1489733"/>
                        </a:cubicBezTo>
                        <a:close/>
                      </a:path>
                    </a:pathLst>
                  </a:custGeom>
                  <ask:type>
                    <ask:lineSketchNone/>
                  </ask:type>
                </ask:lineSketchStyleProps>
              </a:ext>
            </a:extLst>
          </a:ln>
        </p:spPr>
        <p:txBody>
          <a:bodyPr/>
          <a:lstStyle/>
          <a:p>
            <a:endParaRPr lang="zh-CN" altLang="en-US"/>
          </a:p>
        </p:txBody>
      </p:sp>
      <p:sp>
        <p:nvSpPr>
          <p:cNvPr id="9" name="椭圆 8">
            <a:extLst>
              <a:ext uri="{FF2B5EF4-FFF2-40B4-BE49-F238E27FC236}">
                <a16:creationId xmlns:a16="http://schemas.microsoft.com/office/drawing/2014/main" id="{5EA5F4BE-F962-0E0F-4FD4-8C51A2B51DE2}"/>
              </a:ext>
            </a:extLst>
          </p:cNvPr>
          <p:cNvSpPr/>
          <p:nvPr/>
        </p:nvSpPr>
        <p:spPr>
          <a:xfrm>
            <a:off x="3912869" y="2260380"/>
            <a:ext cx="2471420" cy="2471420"/>
          </a:xfrm>
          <a:prstGeom prst="ellipse">
            <a:avLst/>
          </a:prstGeom>
          <a:solidFill>
            <a:schemeClr val="accent1">
              <a:alpha val="70000"/>
            </a:schemeClr>
          </a:solidFill>
          <a:ln w="12700" cap="flat">
            <a:noFill/>
            <a:prstDash val="solid"/>
            <a:miter/>
          </a:ln>
          <a:effectLst>
            <a:glow rad="139700">
              <a:schemeClr val="accent1">
                <a:satMod val="175000"/>
                <a:alpha val="40000"/>
              </a:schemeClr>
            </a:glow>
          </a:effectLst>
        </p:spPr>
        <p:txBody>
          <a:bodyPr rIns="540000" anchor="ctr"/>
          <a:lstStyle/>
          <a:p>
            <a:pPr algn="ctr"/>
            <a:r>
              <a:rPr lang="zh-CN" altLang="en-US" sz="2600" b="1" dirty="0">
                <a:solidFill>
                  <a:schemeClr val="bg1"/>
                </a:solidFill>
                <a:latin typeface="Alibaba PuHuiTi" pitchFamily="18" charset="-122"/>
                <a:ea typeface="Alibaba PuHuiTi" pitchFamily="18" charset="-122"/>
                <a:cs typeface="Alibaba PuHuiTi" pitchFamily="18" charset="-122"/>
              </a:rPr>
              <a:t>遇到</a:t>
            </a:r>
            <a:endParaRPr lang="en-US" altLang="zh-CN" sz="2600" b="1" dirty="0">
              <a:solidFill>
                <a:schemeClr val="bg1"/>
              </a:solidFill>
              <a:latin typeface="Alibaba PuHuiTi" pitchFamily="18" charset="-122"/>
              <a:ea typeface="Alibaba PuHuiTi" pitchFamily="18" charset="-122"/>
              <a:cs typeface="Alibaba PuHuiTi" pitchFamily="18" charset="-122"/>
            </a:endParaRPr>
          </a:p>
          <a:p>
            <a:pPr algn="ctr"/>
            <a:r>
              <a:rPr lang="zh-CN" altLang="en-US" sz="2600" b="1" dirty="0">
                <a:solidFill>
                  <a:schemeClr val="bg1"/>
                </a:solidFill>
                <a:latin typeface="Alibaba PuHuiTi" pitchFamily="18" charset="-122"/>
                <a:ea typeface="Alibaba PuHuiTi" pitchFamily="18" charset="-122"/>
                <a:cs typeface="Alibaba PuHuiTi" pitchFamily="18" charset="-122"/>
              </a:rPr>
              <a:t>问题</a:t>
            </a:r>
          </a:p>
        </p:txBody>
      </p:sp>
      <p:sp>
        <p:nvSpPr>
          <p:cNvPr id="10" name="椭圆 9">
            <a:extLst>
              <a:ext uri="{FF2B5EF4-FFF2-40B4-BE49-F238E27FC236}">
                <a16:creationId xmlns:a16="http://schemas.microsoft.com/office/drawing/2014/main" id="{7A663AC7-F467-A5ED-5E33-085BBA911CE7}"/>
              </a:ext>
            </a:extLst>
          </p:cNvPr>
          <p:cNvSpPr/>
          <p:nvPr/>
        </p:nvSpPr>
        <p:spPr>
          <a:xfrm>
            <a:off x="5553742" y="2006251"/>
            <a:ext cx="2979465" cy="2979465"/>
          </a:xfrm>
          <a:prstGeom prst="ellipse">
            <a:avLst/>
          </a:prstGeom>
          <a:noFill/>
          <a:ln w="15875" cap="flat">
            <a:solidFill>
              <a:schemeClr val="tx2"/>
            </a:solidFill>
            <a:prstDash val="lgDashDotDot"/>
            <a:miter/>
          </a:ln>
        </p:spPr>
        <p:txBody>
          <a:bodyPr/>
          <a:lstStyle/>
          <a:p>
            <a:endParaRPr lang="zh-CN" altLang="en-US"/>
          </a:p>
        </p:txBody>
      </p:sp>
      <p:sp>
        <p:nvSpPr>
          <p:cNvPr id="11" name="椭圆 10">
            <a:extLst>
              <a:ext uri="{FF2B5EF4-FFF2-40B4-BE49-F238E27FC236}">
                <a16:creationId xmlns:a16="http://schemas.microsoft.com/office/drawing/2014/main" id="{3CA3AACC-4384-E494-9473-1F96EF5F2C6C}"/>
              </a:ext>
            </a:extLst>
          </p:cNvPr>
          <p:cNvSpPr/>
          <p:nvPr/>
        </p:nvSpPr>
        <p:spPr>
          <a:xfrm>
            <a:off x="5807710" y="2260380"/>
            <a:ext cx="2471419" cy="2471420"/>
          </a:xfrm>
          <a:prstGeom prst="ellipse">
            <a:avLst/>
          </a:prstGeom>
          <a:solidFill>
            <a:schemeClr val="accent4">
              <a:alpha val="70000"/>
            </a:schemeClr>
          </a:solidFill>
          <a:ln w="12700" cap="flat">
            <a:noFill/>
            <a:prstDash val="solid"/>
            <a:miter/>
          </a:ln>
          <a:effectLst>
            <a:glow rad="139700">
              <a:schemeClr val="accent3">
                <a:satMod val="175000"/>
                <a:alpha val="40000"/>
              </a:schemeClr>
            </a:glow>
          </a:effectLst>
        </p:spPr>
        <p:txBody>
          <a:bodyPr lIns="540000" anchor="ctr"/>
          <a:lstStyle/>
          <a:p>
            <a:pPr algn="ctr"/>
            <a:r>
              <a:rPr lang="zh-CN" altLang="en-US" sz="2600" b="1" dirty="0">
                <a:solidFill>
                  <a:schemeClr val="bg1"/>
                </a:solidFill>
                <a:latin typeface="Alibaba PuHuiTi" pitchFamily="18" charset="-122"/>
                <a:ea typeface="Alibaba PuHuiTi" pitchFamily="18" charset="-122"/>
                <a:cs typeface="Alibaba PuHuiTi" pitchFamily="18" charset="-122"/>
              </a:rPr>
              <a:t>解决</a:t>
            </a:r>
            <a:endParaRPr lang="en-US" altLang="zh-CN" sz="2600" b="1" dirty="0">
              <a:solidFill>
                <a:schemeClr val="bg1"/>
              </a:solidFill>
              <a:latin typeface="Alibaba PuHuiTi" pitchFamily="18" charset="-122"/>
              <a:ea typeface="Alibaba PuHuiTi" pitchFamily="18" charset="-122"/>
              <a:cs typeface="Alibaba PuHuiTi" pitchFamily="18" charset="-122"/>
            </a:endParaRPr>
          </a:p>
          <a:p>
            <a:pPr algn="ctr"/>
            <a:r>
              <a:rPr lang="zh-CN" altLang="en-US" sz="2600" b="1" dirty="0">
                <a:solidFill>
                  <a:schemeClr val="bg1"/>
                </a:solidFill>
                <a:latin typeface="Alibaba PuHuiTi" pitchFamily="18" charset="-122"/>
                <a:ea typeface="Alibaba PuHuiTi" pitchFamily="18" charset="-122"/>
                <a:cs typeface="Alibaba PuHuiTi" pitchFamily="18" charset="-122"/>
              </a:rPr>
              <a:t>方案</a:t>
            </a:r>
          </a:p>
        </p:txBody>
      </p:sp>
      <p:sp>
        <p:nvSpPr>
          <p:cNvPr id="12" name="任意形状 11">
            <a:extLst>
              <a:ext uri="{FF2B5EF4-FFF2-40B4-BE49-F238E27FC236}">
                <a16:creationId xmlns:a16="http://schemas.microsoft.com/office/drawing/2014/main" id="{1892A85C-B34F-53AA-8C3C-9295DD47D009}"/>
              </a:ext>
            </a:extLst>
          </p:cNvPr>
          <p:cNvSpPr/>
          <p:nvPr/>
        </p:nvSpPr>
        <p:spPr>
          <a:xfrm>
            <a:off x="720090" y="3113586"/>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3" name="任意形状 12">
            <a:extLst>
              <a:ext uri="{FF2B5EF4-FFF2-40B4-BE49-F238E27FC236}">
                <a16:creationId xmlns:a16="http://schemas.microsoft.com/office/drawing/2014/main" id="{F0C91F21-9066-F855-18FB-D291B00FDB35}"/>
              </a:ext>
            </a:extLst>
          </p:cNvPr>
          <p:cNvSpPr/>
          <p:nvPr/>
        </p:nvSpPr>
        <p:spPr>
          <a:xfrm>
            <a:off x="720090" y="4574144"/>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5" name="文本框 14">
            <a:extLst>
              <a:ext uri="{FF2B5EF4-FFF2-40B4-BE49-F238E27FC236}">
                <a16:creationId xmlns:a16="http://schemas.microsoft.com/office/drawing/2014/main" id="{5AD513F2-5F28-DDBA-CA9A-6EBE36853AED}"/>
              </a:ext>
            </a:extLst>
          </p:cNvPr>
          <p:cNvSpPr txBox="1"/>
          <p:nvPr/>
        </p:nvSpPr>
        <p:spPr>
          <a:xfrm>
            <a:off x="720090" y="2308128"/>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一点内容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16" name="文本框 15">
            <a:extLst>
              <a:ext uri="{FF2B5EF4-FFF2-40B4-BE49-F238E27FC236}">
                <a16:creationId xmlns:a16="http://schemas.microsoft.com/office/drawing/2014/main" id="{214A6C05-384D-25AE-6588-52C8E01B5A7D}"/>
              </a:ext>
            </a:extLst>
          </p:cNvPr>
          <p:cNvSpPr txBox="1"/>
          <p:nvPr/>
        </p:nvSpPr>
        <p:spPr>
          <a:xfrm>
            <a:off x="1057623" y="1938796"/>
            <a:ext cx="1829242"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左边第一点标题</a:t>
            </a:r>
          </a:p>
        </p:txBody>
      </p:sp>
      <p:sp>
        <p:nvSpPr>
          <p:cNvPr id="17" name="椭圆 16">
            <a:extLst>
              <a:ext uri="{FF2B5EF4-FFF2-40B4-BE49-F238E27FC236}">
                <a16:creationId xmlns:a16="http://schemas.microsoft.com/office/drawing/2014/main" id="{A71C2F3E-ABE3-F366-B0A0-C3E464054C2F}"/>
              </a:ext>
            </a:extLst>
          </p:cNvPr>
          <p:cNvSpPr/>
          <p:nvPr/>
        </p:nvSpPr>
        <p:spPr>
          <a:xfrm>
            <a:off x="799990" y="1985798"/>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1</a:t>
            </a:r>
            <a:endParaRPr kumimoji="1" lang="zh-CN" altLang="en-US" sz="1200" dirty="0">
              <a:latin typeface="Alibaba PuHuiTi" pitchFamily="18" charset="-122"/>
              <a:ea typeface="Alibaba PuHuiTi" pitchFamily="18" charset="-122"/>
              <a:cs typeface="Alibaba PuHuiTi" pitchFamily="18" charset="-122"/>
            </a:endParaRPr>
          </a:p>
        </p:txBody>
      </p:sp>
      <p:grpSp>
        <p:nvGrpSpPr>
          <p:cNvPr id="18" name="组合 17">
            <a:extLst>
              <a:ext uri="{FF2B5EF4-FFF2-40B4-BE49-F238E27FC236}">
                <a16:creationId xmlns:a16="http://schemas.microsoft.com/office/drawing/2014/main" id="{FBB90153-1D4A-ADD3-1648-AB0D40EB9605}"/>
              </a:ext>
            </a:extLst>
          </p:cNvPr>
          <p:cNvGrpSpPr/>
          <p:nvPr/>
        </p:nvGrpSpPr>
        <p:grpSpPr>
          <a:xfrm>
            <a:off x="799990" y="3399354"/>
            <a:ext cx="2352791" cy="338554"/>
            <a:chOff x="799990" y="4103080"/>
            <a:chExt cx="2352791" cy="338554"/>
          </a:xfrm>
        </p:grpSpPr>
        <p:sp>
          <p:nvSpPr>
            <p:cNvPr id="20" name="文本框 19">
              <a:extLst>
                <a:ext uri="{FF2B5EF4-FFF2-40B4-BE49-F238E27FC236}">
                  <a16:creationId xmlns:a16="http://schemas.microsoft.com/office/drawing/2014/main" id="{C633FD3C-980C-A396-288B-FA0FB41C3C1B}"/>
                </a:ext>
              </a:extLst>
            </p:cNvPr>
            <p:cNvSpPr txBox="1"/>
            <p:nvPr/>
          </p:nvSpPr>
          <p:spPr>
            <a:xfrm>
              <a:off x="1057623" y="4103080"/>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左边第二点标题</a:t>
              </a:r>
            </a:p>
          </p:txBody>
        </p:sp>
        <p:sp>
          <p:nvSpPr>
            <p:cNvPr id="21" name="椭圆 20">
              <a:extLst>
                <a:ext uri="{FF2B5EF4-FFF2-40B4-BE49-F238E27FC236}">
                  <a16:creationId xmlns:a16="http://schemas.microsoft.com/office/drawing/2014/main" id="{9820D04D-C6D3-DE30-7782-C16E0B8C5DE2}"/>
                </a:ext>
              </a:extLst>
            </p:cNvPr>
            <p:cNvSpPr/>
            <p:nvPr/>
          </p:nvSpPr>
          <p:spPr>
            <a:xfrm>
              <a:off x="799990" y="4150082"/>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2</a:t>
              </a:r>
              <a:endParaRPr kumimoji="1" lang="zh-CN" altLang="en-US" sz="1200" dirty="0">
                <a:latin typeface="Alibaba PuHuiTi" pitchFamily="18" charset="-122"/>
                <a:ea typeface="Alibaba PuHuiTi" pitchFamily="18" charset="-122"/>
                <a:cs typeface="Alibaba PuHuiTi" pitchFamily="18" charset="-122"/>
              </a:endParaRPr>
            </a:p>
          </p:txBody>
        </p:sp>
      </p:grpSp>
      <p:grpSp>
        <p:nvGrpSpPr>
          <p:cNvPr id="22" name="组合 21">
            <a:extLst>
              <a:ext uri="{FF2B5EF4-FFF2-40B4-BE49-F238E27FC236}">
                <a16:creationId xmlns:a16="http://schemas.microsoft.com/office/drawing/2014/main" id="{EC20A9AD-D11E-D76D-AEF8-A3849DFB8611}"/>
              </a:ext>
            </a:extLst>
          </p:cNvPr>
          <p:cNvGrpSpPr/>
          <p:nvPr/>
        </p:nvGrpSpPr>
        <p:grpSpPr>
          <a:xfrm>
            <a:off x="799990" y="4859913"/>
            <a:ext cx="2352791" cy="338554"/>
            <a:chOff x="799990" y="5373941"/>
            <a:chExt cx="2352791" cy="338554"/>
          </a:xfrm>
        </p:grpSpPr>
        <p:sp>
          <p:nvSpPr>
            <p:cNvPr id="24" name="文本框 23">
              <a:extLst>
                <a:ext uri="{FF2B5EF4-FFF2-40B4-BE49-F238E27FC236}">
                  <a16:creationId xmlns:a16="http://schemas.microsoft.com/office/drawing/2014/main" id="{07D56138-709E-0CB5-E152-7FCAE257D26E}"/>
                </a:ext>
              </a:extLst>
            </p:cNvPr>
            <p:cNvSpPr txBox="1"/>
            <p:nvPr/>
          </p:nvSpPr>
          <p:spPr>
            <a:xfrm>
              <a:off x="1057623" y="5373941"/>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左边第三点标题</a:t>
              </a:r>
            </a:p>
          </p:txBody>
        </p:sp>
        <p:sp>
          <p:nvSpPr>
            <p:cNvPr id="25" name="椭圆 24">
              <a:extLst>
                <a:ext uri="{FF2B5EF4-FFF2-40B4-BE49-F238E27FC236}">
                  <a16:creationId xmlns:a16="http://schemas.microsoft.com/office/drawing/2014/main" id="{E4258240-6799-7AF7-AC72-CF3FF69D4D9C}"/>
                </a:ext>
              </a:extLst>
            </p:cNvPr>
            <p:cNvSpPr/>
            <p:nvPr/>
          </p:nvSpPr>
          <p:spPr>
            <a:xfrm>
              <a:off x="799990" y="5420943"/>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3</a:t>
              </a:r>
              <a:endParaRPr kumimoji="1" lang="zh-CN" altLang="en-US" sz="1200" dirty="0">
                <a:latin typeface="Alibaba PuHuiTi" pitchFamily="18" charset="-122"/>
                <a:ea typeface="Alibaba PuHuiTi" pitchFamily="18" charset="-122"/>
                <a:cs typeface="Alibaba PuHuiTi" pitchFamily="18" charset="-122"/>
              </a:endParaRPr>
            </a:p>
          </p:txBody>
        </p:sp>
      </p:grpSp>
      <p:sp>
        <p:nvSpPr>
          <p:cNvPr id="2" name="文本框 1">
            <a:extLst>
              <a:ext uri="{FF2B5EF4-FFF2-40B4-BE49-F238E27FC236}">
                <a16:creationId xmlns:a16="http://schemas.microsoft.com/office/drawing/2014/main" id="{8E94DF29-FAFB-CCBC-09AF-45FD0F88D5FE}"/>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3" name="文本框 2">
            <a:extLst>
              <a:ext uri="{FF2B5EF4-FFF2-40B4-BE49-F238E27FC236}">
                <a16:creationId xmlns:a16="http://schemas.microsoft.com/office/drawing/2014/main" id="{5FFA0CE4-27D1-118E-2BDB-8F28B4F0D098}"/>
              </a:ext>
            </a:extLst>
          </p:cNvPr>
          <p:cNvSpPr txBox="1"/>
          <p:nvPr/>
        </p:nvSpPr>
        <p:spPr>
          <a:xfrm>
            <a:off x="720090" y="3752625"/>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二点内容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4" name="文本框 3">
            <a:extLst>
              <a:ext uri="{FF2B5EF4-FFF2-40B4-BE49-F238E27FC236}">
                <a16:creationId xmlns:a16="http://schemas.microsoft.com/office/drawing/2014/main" id="{15827D18-85CF-25BD-562B-79A02D0C48A0}"/>
              </a:ext>
            </a:extLst>
          </p:cNvPr>
          <p:cNvSpPr txBox="1"/>
          <p:nvPr/>
        </p:nvSpPr>
        <p:spPr>
          <a:xfrm>
            <a:off x="726374" y="5219000"/>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左</a:t>
            </a:r>
            <a:r>
              <a:rPr lang="zh-CN" altLang="en-US" sz="1000" dirty="0">
                <a:effectLst/>
                <a:latin typeface="Alibaba PuHuiTi" pitchFamily="18" charset="-122"/>
                <a:ea typeface="Alibaba PuHuiTi" pitchFamily="18" charset="-122"/>
                <a:cs typeface="Alibaba PuHuiTi" pitchFamily="18" charset="-122"/>
              </a:rPr>
              <a:t>三点内容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53" name="矩形 52">
            <a:extLst>
              <a:ext uri="{FF2B5EF4-FFF2-40B4-BE49-F238E27FC236}">
                <a16:creationId xmlns:a16="http://schemas.microsoft.com/office/drawing/2014/main" id="{84036DDE-7514-88BF-BD23-05929E9F5D07}"/>
              </a:ext>
            </a:extLst>
          </p:cNvPr>
          <p:cNvSpPr/>
          <p:nvPr/>
        </p:nvSpPr>
        <p:spPr>
          <a:xfrm>
            <a:off x="8787175" y="1682391"/>
            <a:ext cx="2994660" cy="4472940"/>
          </a:xfrm>
          <a:prstGeom prst="rect">
            <a:avLst/>
          </a:prstGeom>
          <a:solidFill>
            <a:schemeClr val="bg1">
              <a:lumMod val="95000"/>
            </a:schemeClr>
          </a:solidFill>
          <a:ln w="12700" cap="flat">
            <a:noFill/>
            <a:prstDash val="solid"/>
            <a:miter/>
          </a:ln>
        </p:spPr>
        <p:txBody>
          <a:bodyPr/>
          <a:lstStyle/>
          <a:p>
            <a:endParaRPr lang="zh-CN" altLang="en-US"/>
          </a:p>
        </p:txBody>
      </p:sp>
      <p:sp>
        <p:nvSpPr>
          <p:cNvPr id="55" name="任意形状 54">
            <a:extLst>
              <a:ext uri="{FF2B5EF4-FFF2-40B4-BE49-F238E27FC236}">
                <a16:creationId xmlns:a16="http://schemas.microsoft.com/office/drawing/2014/main" id="{2211F0D1-9CDC-FB52-F714-BC5EE3EAE894}"/>
              </a:ext>
            </a:extLst>
          </p:cNvPr>
          <p:cNvSpPr/>
          <p:nvPr/>
        </p:nvSpPr>
        <p:spPr>
          <a:xfrm>
            <a:off x="9043715" y="3117256"/>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6" name="任意形状 55">
            <a:extLst>
              <a:ext uri="{FF2B5EF4-FFF2-40B4-BE49-F238E27FC236}">
                <a16:creationId xmlns:a16="http://schemas.microsoft.com/office/drawing/2014/main" id="{89993B5C-EEDE-48A6-0942-FF9D33A7B245}"/>
              </a:ext>
            </a:extLst>
          </p:cNvPr>
          <p:cNvSpPr/>
          <p:nvPr/>
        </p:nvSpPr>
        <p:spPr>
          <a:xfrm>
            <a:off x="9043715" y="4577814"/>
            <a:ext cx="2491740" cy="12700"/>
          </a:xfrm>
          <a:custGeom>
            <a:avLst/>
            <a:gdLst>
              <a:gd name="connsiteX0" fmla="*/ 0 w 2491740"/>
              <a:gd name="connsiteY0" fmla="*/ 0 h 12700"/>
              <a:gd name="connsiteX1" fmla="*/ 2491740 w 2491740"/>
              <a:gd name="connsiteY1" fmla="*/ 0 h 12700"/>
            </a:gdLst>
            <a:ahLst/>
            <a:cxnLst>
              <a:cxn ang="0">
                <a:pos x="connsiteX0" y="connsiteY0"/>
              </a:cxn>
              <a:cxn ang="0">
                <a:pos x="connsiteX1" y="connsiteY1"/>
              </a:cxn>
            </a:cxnLst>
            <a:rect l="l" t="t" r="r" b="b"/>
            <a:pathLst>
              <a:path w="2491740" h="12700">
                <a:moveTo>
                  <a:pt x="0" y="0"/>
                </a:moveTo>
                <a:lnTo>
                  <a:pt x="2491740" y="0"/>
                </a:lnTo>
              </a:path>
            </a:pathLst>
          </a:custGeom>
          <a:ln w="15875" cap="flat">
            <a:solidFill>
              <a:schemeClr val="bg2">
                <a:lumMod val="90000"/>
              </a:schemeClr>
            </a:solidFill>
            <a:prstDash val="dash"/>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7" name="文本框 56">
            <a:extLst>
              <a:ext uri="{FF2B5EF4-FFF2-40B4-BE49-F238E27FC236}">
                <a16:creationId xmlns:a16="http://schemas.microsoft.com/office/drawing/2014/main" id="{A1C9B7B1-151C-5FBD-D03E-824E0A86BDF7}"/>
              </a:ext>
            </a:extLst>
          </p:cNvPr>
          <p:cNvSpPr txBox="1"/>
          <p:nvPr/>
        </p:nvSpPr>
        <p:spPr>
          <a:xfrm>
            <a:off x="9043715" y="2311798"/>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a:t>
            </a:r>
            <a:r>
              <a:rPr lang="zh-CN" altLang="en-US" sz="1000" dirty="0">
                <a:effectLst/>
                <a:latin typeface="Alibaba PuHuiTi" pitchFamily="18" charset="-122"/>
                <a:ea typeface="Alibaba PuHuiTi" pitchFamily="18" charset="-122"/>
                <a:cs typeface="Alibaba PuHuiTi" pitchFamily="18" charset="-122"/>
              </a:rPr>
              <a:t>一点内容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58" name="文本框 57">
            <a:extLst>
              <a:ext uri="{FF2B5EF4-FFF2-40B4-BE49-F238E27FC236}">
                <a16:creationId xmlns:a16="http://schemas.microsoft.com/office/drawing/2014/main" id="{5D56E9D6-7ADF-7318-EBE9-9DF81F976B3E}"/>
              </a:ext>
            </a:extLst>
          </p:cNvPr>
          <p:cNvSpPr txBox="1"/>
          <p:nvPr/>
        </p:nvSpPr>
        <p:spPr>
          <a:xfrm>
            <a:off x="9381248" y="1942466"/>
            <a:ext cx="1829242"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右边第一点标题</a:t>
            </a:r>
          </a:p>
        </p:txBody>
      </p:sp>
      <p:sp>
        <p:nvSpPr>
          <p:cNvPr id="59" name="椭圆 58">
            <a:extLst>
              <a:ext uri="{FF2B5EF4-FFF2-40B4-BE49-F238E27FC236}">
                <a16:creationId xmlns:a16="http://schemas.microsoft.com/office/drawing/2014/main" id="{4BDB529D-0C3A-2350-F204-28EE3802134A}"/>
              </a:ext>
            </a:extLst>
          </p:cNvPr>
          <p:cNvSpPr/>
          <p:nvPr/>
        </p:nvSpPr>
        <p:spPr>
          <a:xfrm>
            <a:off x="9123615" y="1989468"/>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1</a:t>
            </a:r>
            <a:endParaRPr kumimoji="1" lang="zh-CN" altLang="en-US" sz="1200" dirty="0">
              <a:latin typeface="Alibaba PuHuiTi" pitchFamily="18" charset="-122"/>
              <a:ea typeface="Alibaba PuHuiTi" pitchFamily="18" charset="-122"/>
              <a:cs typeface="Alibaba PuHuiTi" pitchFamily="18" charset="-122"/>
            </a:endParaRPr>
          </a:p>
        </p:txBody>
      </p:sp>
      <p:grpSp>
        <p:nvGrpSpPr>
          <p:cNvPr id="60" name="组合 59">
            <a:extLst>
              <a:ext uri="{FF2B5EF4-FFF2-40B4-BE49-F238E27FC236}">
                <a16:creationId xmlns:a16="http://schemas.microsoft.com/office/drawing/2014/main" id="{449F0162-E4E4-C963-537E-F8CABFC1EA77}"/>
              </a:ext>
            </a:extLst>
          </p:cNvPr>
          <p:cNvGrpSpPr/>
          <p:nvPr/>
        </p:nvGrpSpPr>
        <p:grpSpPr>
          <a:xfrm>
            <a:off x="9123615" y="3403024"/>
            <a:ext cx="2352791" cy="338554"/>
            <a:chOff x="799990" y="4103080"/>
            <a:chExt cx="2352791" cy="338554"/>
          </a:xfrm>
        </p:grpSpPr>
        <p:sp>
          <p:nvSpPr>
            <p:cNvPr id="61" name="文本框 60">
              <a:extLst>
                <a:ext uri="{FF2B5EF4-FFF2-40B4-BE49-F238E27FC236}">
                  <a16:creationId xmlns:a16="http://schemas.microsoft.com/office/drawing/2014/main" id="{B67679BA-C887-0A18-0A1E-B039B80F58EB}"/>
                </a:ext>
              </a:extLst>
            </p:cNvPr>
            <p:cNvSpPr txBox="1"/>
            <p:nvPr/>
          </p:nvSpPr>
          <p:spPr>
            <a:xfrm>
              <a:off x="1057623" y="4103080"/>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右边第二点标题</a:t>
              </a:r>
            </a:p>
          </p:txBody>
        </p:sp>
        <p:sp>
          <p:nvSpPr>
            <p:cNvPr id="62" name="椭圆 61">
              <a:extLst>
                <a:ext uri="{FF2B5EF4-FFF2-40B4-BE49-F238E27FC236}">
                  <a16:creationId xmlns:a16="http://schemas.microsoft.com/office/drawing/2014/main" id="{76162B8B-8B47-8279-EB52-162675D20213}"/>
                </a:ext>
              </a:extLst>
            </p:cNvPr>
            <p:cNvSpPr/>
            <p:nvPr/>
          </p:nvSpPr>
          <p:spPr>
            <a:xfrm>
              <a:off x="799990" y="4150082"/>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2</a:t>
              </a:r>
              <a:endParaRPr kumimoji="1" lang="zh-CN" altLang="en-US" sz="1200" dirty="0">
                <a:latin typeface="Alibaba PuHuiTi" pitchFamily="18" charset="-122"/>
                <a:ea typeface="Alibaba PuHuiTi" pitchFamily="18" charset="-122"/>
                <a:cs typeface="Alibaba PuHuiTi" pitchFamily="18" charset="-122"/>
              </a:endParaRPr>
            </a:p>
          </p:txBody>
        </p:sp>
      </p:grpSp>
      <p:grpSp>
        <p:nvGrpSpPr>
          <p:cNvPr id="63" name="组合 62">
            <a:extLst>
              <a:ext uri="{FF2B5EF4-FFF2-40B4-BE49-F238E27FC236}">
                <a16:creationId xmlns:a16="http://schemas.microsoft.com/office/drawing/2014/main" id="{729E267F-C584-AACC-44D4-276AFE9686E5}"/>
              </a:ext>
            </a:extLst>
          </p:cNvPr>
          <p:cNvGrpSpPr/>
          <p:nvPr/>
        </p:nvGrpSpPr>
        <p:grpSpPr>
          <a:xfrm>
            <a:off x="9123615" y="4863583"/>
            <a:ext cx="2352791" cy="338554"/>
            <a:chOff x="799990" y="5373941"/>
            <a:chExt cx="2352791" cy="338554"/>
          </a:xfrm>
        </p:grpSpPr>
        <p:sp>
          <p:nvSpPr>
            <p:cNvPr id="64" name="文本框 63">
              <a:extLst>
                <a:ext uri="{FF2B5EF4-FFF2-40B4-BE49-F238E27FC236}">
                  <a16:creationId xmlns:a16="http://schemas.microsoft.com/office/drawing/2014/main" id="{E560196F-C5C2-8B1D-5D11-CAE508AA6FF6}"/>
                </a:ext>
              </a:extLst>
            </p:cNvPr>
            <p:cNvSpPr txBox="1"/>
            <p:nvPr/>
          </p:nvSpPr>
          <p:spPr>
            <a:xfrm>
              <a:off x="1057623" y="5373941"/>
              <a:ext cx="2095158" cy="338554"/>
            </a:xfrm>
            <a:prstGeom prst="rect">
              <a:avLst/>
            </a:prstGeom>
            <a:noFill/>
          </p:spPr>
          <p:txBody>
            <a:bodyPr wrap="square" rtlCol="0">
              <a:spAutoFit/>
            </a:bodyPr>
            <a:lstStyle/>
            <a:p>
              <a:r>
                <a:rPr kumimoji="1" lang="zh-CN" altLang="en-US" sz="1600" b="1" dirty="0">
                  <a:solidFill>
                    <a:schemeClr val="accent1"/>
                  </a:solidFill>
                  <a:latin typeface="Alibaba PuHuiTi" pitchFamily="18" charset="-122"/>
                  <a:ea typeface="Alibaba PuHuiTi" pitchFamily="18" charset="-122"/>
                  <a:cs typeface="Alibaba PuHuiTi" pitchFamily="18" charset="-122"/>
                </a:rPr>
                <a:t>右边第三点标题</a:t>
              </a:r>
            </a:p>
          </p:txBody>
        </p:sp>
        <p:sp>
          <p:nvSpPr>
            <p:cNvPr id="65" name="椭圆 64">
              <a:extLst>
                <a:ext uri="{FF2B5EF4-FFF2-40B4-BE49-F238E27FC236}">
                  <a16:creationId xmlns:a16="http://schemas.microsoft.com/office/drawing/2014/main" id="{DB352492-A4AB-21CC-0B25-B46B26AE0F55}"/>
                </a:ext>
              </a:extLst>
            </p:cNvPr>
            <p:cNvSpPr/>
            <p:nvPr/>
          </p:nvSpPr>
          <p:spPr>
            <a:xfrm>
              <a:off x="799990" y="5420943"/>
              <a:ext cx="244549" cy="24454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latin typeface="Alibaba PuHuiTi" pitchFamily="18" charset="-122"/>
                  <a:ea typeface="Alibaba PuHuiTi" pitchFamily="18" charset="-122"/>
                  <a:cs typeface="Alibaba PuHuiTi" pitchFamily="18" charset="-122"/>
                </a:rPr>
                <a:t>3</a:t>
              </a:r>
              <a:endParaRPr kumimoji="1" lang="zh-CN" altLang="en-US" sz="1200" dirty="0">
                <a:latin typeface="Alibaba PuHuiTi" pitchFamily="18" charset="-122"/>
                <a:ea typeface="Alibaba PuHuiTi" pitchFamily="18" charset="-122"/>
                <a:cs typeface="Alibaba PuHuiTi" pitchFamily="18" charset="-122"/>
              </a:endParaRPr>
            </a:p>
          </p:txBody>
        </p:sp>
      </p:grpSp>
      <p:sp>
        <p:nvSpPr>
          <p:cNvPr id="66" name="文本框 65">
            <a:extLst>
              <a:ext uri="{FF2B5EF4-FFF2-40B4-BE49-F238E27FC236}">
                <a16:creationId xmlns:a16="http://schemas.microsoft.com/office/drawing/2014/main" id="{E91665CB-1580-4D65-3095-FEDC2C93C8A3}"/>
              </a:ext>
            </a:extLst>
          </p:cNvPr>
          <p:cNvSpPr txBox="1"/>
          <p:nvPr/>
        </p:nvSpPr>
        <p:spPr>
          <a:xfrm>
            <a:off x="9043715" y="3756295"/>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右二</a:t>
            </a:r>
            <a:r>
              <a:rPr lang="zh-CN" altLang="en-US" sz="1000" dirty="0">
                <a:effectLst/>
                <a:latin typeface="Alibaba PuHuiTi" pitchFamily="18" charset="-122"/>
                <a:ea typeface="Alibaba PuHuiTi" pitchFamily="18" charset="-122"/>
                <a:cs typeface="Alibaba PuHuiTi" pitchFamily="18" charset="-122"/>
              </a:rPr>
              <a:t>点内容</a:t>
            </a:r>
            <a:endParaRPr lang="en-US" altLang="zh-CN" sz="1000" dirty="0">
              <a:effectLst/>
              <a:latin typeface="Alibaba PuHuiTi" pitchFamily="18" charset="-122"/>
              <a:ea typeface="Alibaba PuHuiTi" pitchFamily="18" charset="-122"/>
              <a:cs typeface="Alibaba PuHuiTi" pitchFamily="18" charset="-122"/>
            </a:endParaRPr>
          </a:p>
        </p:txBody>
      </p:sp>
      <p:sp>
        <p:nvSpPr>
          <p:cNvPr id="67" name="文本框 66">
            <a:extLst>
              <a:ext uri="{FF2B5EF4-FFF2-40B4-BE49-F238E27FC236}">
                <a16:creationId xmlns:a16="http://schemas.microsoft.com/office/drawing/2014/main" id="{0C1A3C12-12C0-1BB8-9199-FC39A77CC719}"/>
              </a:ext>
            </a:extLst>
          </p:cNvPr>
          <p:cNvSpPr txBox="1"/>
          <p:nvPr/>
        </p:nvSpPr>
        <p:spPr>
          <a:xfrm>
            <a:off x="9049999" y="5222670"/>
            <a:ext cx="2491740" cy="748202"/>
          </a:xfrm>
          <a:prstGeom prst="rect">
            <a:avLst/>
          </a:prstGeom>
          <a:noFill/>
          <a:ln>
            <a:noFill/>
          </a:ln>
        </p:spPr>
        <p:txBody>
          <a:bodyPr wrap="square" rtlCol="0">
            <a:normAutofit/>
          </a:bodyPr>
          <a:lstStyle/>
          <a:p>
            <a:pPr algn="just">
              <a:lnSpc>
                <a:spcPct val="150000"/>
              </a:lnSpc>
              <a:spcAft>
                <a:spcPts val="1000"/>
              </a:spcAft>
            </a:pPr>
            <a:r>
              <a:rPr lang="zh-CN" altLang="en-US" sz="1000" dirty="0">
                <a:latin typeface="Alibaba PuHuiTi" pitchFamily="18" charset="-122"/>
                <a:ea typeface="Alibaba PuHuiTi" pitchFamily="18" charset="-122"/>
                <a:cs typeface="Alibaba PuHuiTi" pitchFamily="18" charset="-122"/>
              </a:rPr>
              <a:t>右</a:t>
            </a:r>
            <a:r>
              <a:rPr lang="zh-CN" altLang="en-US" sz="1000" dirty="0">
                <a:effectLst/>
                <a:latin typeface="Alibaba PuHuiTi" pitchFamily="18" charset="-122"/>
                <a:ea typeface="Alibaba PuHuiTi" pitchFamily="18" charset="-122"/>
                <a:cs typeface="Alibaba PuHuiTi" pitchFamily="18" charset="-122"/>
              </a:rPr>
              <a:t>三点内容</a:t>
            </a:r>
            <a:endParaRPr lang="en-US" altLang="zh-CN" sz="1000" dirty="0">
              <a:effectLst/>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4147234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0BD4-8D2D-B843-FC81-F5E0CF866E1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61F4A9A8-3692-8E43-0FBF-8FBCECB5A9CF}"/>
              </a:ext>
            </a:extLst>
          </p:cNvPr>
          <p:cNvGrpSpPr/>
          <p:nvPr/>
        </p:nvGrpSpPr>
        <p:grpSpPr>
          <a:xfrm>
            <a:off x="401936" y="2112876"/>
            <a:ext cx="11326514" cy="3536143"/>
            <a:chOff x="401936" y="2560744"/>
            <a:chExt cx="11326514" cy="3536143"/>
          </a:xfrm>
        </p:grpSpPr>
        <p:sp>
          <p:nvSpPr>
            <p:cNvPr id="6" name="任意形状 5">
              <a:extLst>
                <a:ext uri="{FF2B5EF4-FFF2-40B4-BE49-F238E27FC236}">
                  <a16:creationId xmlns:a16="http://schemas.microsoft.com/office/drawing/2014/main" id="{1E303D63-969C-83E9-330D-CEA2EB46D7FB}"/>
                </a:ext>
              </a:extLst>
            </p:cNvPr>
            <p:cNvSpPr/>
            <p:nvPr/>
          </p:nvSpPr>
          <p:spPr>
            <a:xfrm>
              <a:off x="3388359" y="2560744"/>
              <a:ext cx="3457575" cy="3536143"/>
            </a:xfrm>
            <a:custGeom>
              <a:avLst/>
              <a:gdLst>
                <a:gd name="connsiteX0" fmla="*/ 3360421 w 3457575"/>
                <a:gd name="connsiteY0" fmla="*/ 1608687 h 3536143"/>
                <a:gd name="connsiteX1" fmla="*/ 259080 w 3457575"/>
                <a:gd name="connsiteY1" fmla="*/ 19917 h 3536143"/>
                <a:gd name="connsiteX2" fmla="*/ 0 w 3457575"/>
                <a:gd name="connsiteY2" fmla="*/ 178667 h 3536143"/>
                <a:gd name="connsiteX3" fmla="*/ 0 w 3457575"/>
                <a:gd name="connsiteY3" fmla="*/ 3357477 h 3536143"/>
                <a:gd name="connsiteX4" fmla="*/ 259080 w 3457575"/>
                <a:gd name="connsiteY4" fmla="*/ 3516227 h 3536143"/>
                <a:gd name="connsiteX5" fmla="*/ 3360421 w 3457575"/>
                <a:gd name="connsiteY5" fmla="*/ 1927457 h 3536143"/>
                <a:gd name="connsiteX6" fmla="*/ 3360421 w 3457575"/>
                <a:gd name="connsiteY6" fmla="*/ 1608687 h 353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7575" h="3536143">
                  <a:moveTo>
                    <a:pt x="3360421" y="1608687"/>
                  </a:moveTo>
                  <a:lnTo>
                    <a:pt x="259080" y="19917"/>
                  </a:lnTo>
                  <a:cubicBezTo>
                    <a:pt x="140970" y="-41043"/>
                    <a:pt x="0" y="45317"/>
                    <a:pt x="0" y="178667"/>
                  </a:cubicBezTo>
                  <a:lnTo>
                    <a:pt x="0" y="3357477"/>
                  </a:lnTo>
                  <a:cubicBezTo>
                    <a:pt x="0" y="3490827"/>
                    <a:pt x="140970" y="3577187"/>
                    <a:pt x="259080" y="3516227"/>
                  </a:cubicBezTo>
                  <a:lnTo>
                    <a:pt x="3360421" y="1927457"/>
                  </a:lnTo>
                  <a:cubicBezTo>
                    <a:pt x="3489960" y="1860147"/>
                    <a:pt x="3489960" y="1675997"/>
                    <a:pt x="3360421" y="1608687"/>
                  </a:cubicBezTo>
                  <a:close/>
                </a:path>
              </a:pathLst>
            </a:custGeom>
            <a:solidFill>
              <a:schemeClr val="accent1">
                <a:alpha val="7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9" name="任意形状 38">
              <a:extLst>
                <a:ext uri="{FF2B5EF4-FFF2-40B4-BE49-F238E27FC236}">
                  <a16:creationId xmlns:a16="http://schemas.microsoft.com/office/drawing/2014/main" id="{36D043D6-3D4F-45C7-9942-40BEAA94C644}"/>
                </a:ext>
              </a:extLst>
            </p:cNvPr>
            <p:cNvSpPr/>
            <p:nvPr/>
          </p:nvSpPr>
          <p:spPr>
            <a:xfrm>
              <a:off x="5346064" y="2560744"/>
              <a:ext cx="3457575" cy="3534873"/>
            </a:xfrm>
            <a:custGeom>
              <a:avLst/>
              <a:gdLst>
                <a:gd name="connsiteX0" fmla="*/ 97155 w 3457575"/>
                <a:gd name="connsiteY0" fmla="*/ 1926187 h 3534873"/>
                <a:gd name="connsiteX1" fmla="*/ 3198495 w 3457575"/>
                <a:gd name="connsiteY1" fmla="*/ 3514957 h 3534873"/>
                <a:gd name="connsiteX2" fmla="*/ 3457575 w 3457575"/>
                <a:gd name="connsiteY2" fmla="*/ 3356207 h 3534873"/>
                <a:gd name="connsiteX3" fmla="*/ 3457575 w 3457575"/>
                <a:gd name="connsiteY3" fmla="*/ 178667 h 3534873"/>
                <a:gd name="connsiteX4" fmla="*/ 3198495 w 3457575"/>
                <a:gd name="connsiteY4" fmla="*/ 19917 h 3534873"/>
                <a:gd name="connsiteX5" fmla="*/ 97155 w 3457575"/>
                <a:gd name="connsiteY5" fmla="*/ 1608687 h 3534873"/>
                <a:gd name="connsiteX6" fmla="*/ 97155 w 3457575"/>
                <a:gd name="connsiteY6" fmla="*/ 1926187 h 353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7575" h="3534873">
                  <a:moveTo>
                    <a:pt x="97155" y="1926187"/>
                  </a:moveTo>
                  <a:lnTo>
                    <a:pt x="3198495" y="3514957"/>
                  </a:lnTo>
                  <a:cubicBezTo>
                    <a:pt x="3316605" y="3575917"/>
                    <a:pt x="3457575" y="3489557"/>
                    <a:pt x="3457575" y="3356207"/>
                  </a:cubicBezTo>
                  <a:lnTo>
                    <a:pt x="3457575" y="178667"/>
                  </a:lnTo>
                  <a:cubicBezTo>
                    <a:pt x="3457575" y="45317"/>
                    <a:pt x="3316605" y="-41043"/>
                    <a:pt x="3198495" y="19917"/>
                  </a:cubicBezTo>
                  <a:lnTo>
                    <a:pt x="97155" y="1608687"/>
                  </a:lnTo>
                  <a:cubicBezTo>
                    <a:pt x="-32385" y="1675997"/>
                    <a:pt x="-32385" y="1860147"/>
                    <a:pt x="97155" y="1926187"/>
                  </a:cubicBezTo>
                  <a:close/>
                </a:path>
              </a:pathLst>
            </a:custGeom>
            <a:solidFill>
              <a:schemeClr val="accent4">
                <a:alpha val="70000"/>
              </a:schemeClr>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42" name="任意形状 41">
              <a:extLst>
                <a:ext uri="{FF2B5EF4-FFF2-40B4-BE49-F238E27FC236}">
                  <a16:creationId xmlns:a16="http://schemas.microsoft.com/office/drawing/2014/main" id="{B0C948B5-40BA-5E1A-2DFC-EE7142C6C504}"/>
                </a:ext>
              </a:extLst>
            </p:cNvPr>
            <p:cNvSpPr/>
            <p:nvPr/>
          </p:nvSpPr>
          <p:spPr>
            <a:xfrm>
              <a:off x="2821940" y="2954041"/>
              <a:ext cx="365760" cy="365760"/>
            </a:xfrm>
            <a:custGeom>
              <a:avLst/>
              <a:gdLst>
                <a:gd name="connsiteX0" fmla="*/ 365760 w 365760"/>
                <a:gd name="connsiteY0" fmla="*/ 182880 h 365760"/>
                <a:gd name="connsiteX1" fmla="*/ 182880 w 365760"/>
                <a:gd name="connsiteY1" fmla="*/ 365760 h 365760"/>
                <a:gd name="connsiteX2" fmla="*/ 0 w 365760"/>
                <a:gd name="connsiteY2" fmla="*/ 182880 h 365760"/>
                <a:gd name="connsiteX3" fmla="*/ 182880 w 365760"/>
                <a:gd name="connsiteY3" fmla="*/ 0 h 365760"/>
                <a:gd name="connsiteX4" fmla="*/ 365760 w 365760"/>
                <a:gd name="connsiteY4" fmla="*/ 182880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60">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8"/>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3" name="任意形状 42">
              <a:extLst>
                <a:ext uri="{FF2B5EF4-FFF2-40B4-BE49-F238E27FC236}">
                  <a16:creationId xmlns:a16="http://schemas.microsoft.com/office/drawing/2014/main" id="{0B7F041D-C258-8382-21F1-143A4CE76DD7}"/>
                </a:ext>
              </a:extLst>
            </p:cNvPr>
            <p:cNvSpPr/>
            <p:nvPr/>
          </p:nvSpPr>
          <p:spPr>
            <a:xfrm>
              <a:off x="2821940" y="4145301"/>
              <a:ext cx="365760" cy="365759"/>
            </a:xfrm>
            <a:custGeom>
              <a:avLst/>
              <a:gdLst>
                <a:gd name="connsiteX0" fmla="*/ 365760 w 365760"/>
                <a:gd name="connsiteY0" fmla="*/ 182880 h 365759"/>
                <a:gd name="connsiteX1" fmla="*/ 182880 w 365760"/>
                <a:gd name="connsiteY1" fmla="*/ 365760 h 365759"/>
                <a:gd name="connsiteX2" fmla="*/ 0 w 365760"/>
                <a:gd name="connsiteY2" fmla="*/ 182880 h 365759"/>
                <a:gd name="connsiteX3" fmla="*/ 182880 w 365760"/>
                <a:gd name="connsiteY3" fmla="*/ 0 h 365759"/>
                <a:gd name="connsiteX4" fmla="*/ 365760 w 365760"/>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59">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9"/>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4" name="任意形状 43">
              <a:extLst>
                <a:ext uri="{FF2B5EF4-FFF2-40B4-BE49-F238E27FC236}">
                  <a16:creationId xmlns:a16="http://schemas.microsoft.com/office/drawing/2014/main" id="{D9116D4C-2EE0-2074-429E-F60ED5824D0B}"/>
                </a:ext>
              </a:extLst>
            </p:cNvPr>
            <p:cNvSpPr/>
            <p:nvPr/>
          </p:nvSpPr>
          <p:spPr>
            <a:xfrm>
              <a:off x="2821940" y="5336561"/>
              <a:ext cx="365760" cy="365759"/>
            </a:xfrm>
            <a:custGeom>
              <a:avLst/>
              <a:gdLst>
                <a:gd name="connsiteX0" fmla="*/ 365760 w 365760"/>
                <a:gd name="connsiteY0" fmla="*/ 182880 h 365759"/>
                <a:gd name="connsiteX1" fmla="*/ 182880 w 365760"/>
                <a:gd name="connsiteY1" fmla="*/ 365760 h 365759"/>
                <a:gd name="connsiteX2" fmla="*/ 0 w 365760"/>
                <a:gd name="connsiteY2" fmla="*/ 182880 h 365759"/>
                <a:gd name="connsiteX3" fmla="*/ 182880 w 365760"/>
                <a:gd name="connsiteY3" fmla="*/ 0 h 365759"/>
                <a:gd name="connsiteX4" fmla="*/ 365760 w 365760"/>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60" h="365759">
                  <a:moveTo>
                    <a:pt x="365760" y="182880"/>
                  </a:moveTo>
                  <a:cubicBezTo>
                    <a:pt x="365760" y="283882"/>
                    <a:pt x="283882" y="365760"/>
                    <a:pt x="182880" y="365760"/>
                  </a:cubicBezTo>
                  <a:cubicBezTo>
                    <a:pt x="81878" y="365760"/>
                    <a:pt x="0" y="283882"/>
                    <a:pt x="0" y="182880"/>
                  </a:cubicBezTo>
                  <a:cubicBezTo>
                    <a:pt x="0" y="81878"/>
                    <a:pt x="81878" y="0"/>
                    <a:pt x="182880" y="0"/>
                  </a:cubicBezTo>
                  <a:cubicBezTo>
                    <a:pt x="283882" y="0"/>
                    <a:pt x="365760" y="81878"/>
                    <a:pt x="365760" y="182880"/>
                  </a:cubicBezTo>
                  <a:close/>
                </a:path>
              </a:pathLst>
            </a:custGeom>
            <a:solidFill>
              <a:schemeClr val="accent1"/>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5" name="任意形状 44">
              <a:extLst>
                <a:ext uri="{FF2B5EF4-FFF2-40B4-BE49-F238E27FC236}">
                  <a16:creationId xmlns:a16="http://schemas.microsoft.com/office/drawing/2014/main" id="{AD331EFF-816B-3F20-6751-097BFB6A1774}"/>
                </a:ext>
              </a:extLst>
            </p:cNvPr>
            <p:cNvSpPr/>
            <p:nvPr/>
          </p:nvSpPr>
          <p:spPr>
            <a:xfrm>
              <a:off x="9004300" y="2954041"/>
              <a:ext cx="365759" cy="365760"/>
            </a:xfrm>
            <a:custGeom>
              <a:avLst/>
              <a:gdLst>
                <a:gd name="connsiteX0" fmla="*/ 365760 w 365759"/>
                <a:gd name="connsiteY0" fmla="*/ 182880 h 365760"/>
                <a:gd name="connsiteX1" fmla="*/ 182880 w 365759"/>
                <a:gd name="connsiteY1" fmla="*/ 365760 h 365760"/>
                <a:gd name="connsiteX2" fmla="*/ -1 w 365759"/>
                <a:gd name="connsiteY2" fmla="*/ 182880 h 365760"/>
                <a:gd name="connsiteX3" fmla="*/ 182880 w 365759"/>
                <a:gd name="connsiteY3" fmla="*/ 0 h 365760"/>
                <a:gd name="connsiteX4" fmla="*/ 365760 w 365759"/>
                <a:gd name="connsiteY4" fmla="*/ 182880 h 365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60">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8"/>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1</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6" name="任意形状 45">
              <a:extLst>
                <a:ext uri="{FF2B5EF4-FFF2-40B4-BE49-F238E27FC236}">
                  <a16:creationId xmlns:a16="http://schemas.microsoft.com/office/drawing/2014/main" id="{0BC06D17-A8C2-585A-DDAC-771F47F2A0C4}"/>
                </a:ext>
              </a:extLst>
            </p:cNvPr>
            <p:cNvSpPr/>
            <p:nvPr/>
          </p:nvSpPr>
          <p:spPr>
            <a:xfrm>
              <a:off x="9004300" y="4145301"/>
              <a:ext cx="365759" cy="365759"/>
            </a:xfrm>
            <a:custGeom>
              <a:avLst/>
              <a:gdLst>
                <a:gd name="connsiteX0" fmla="*/ 365760 w 365759"/>
                <a:gd name="connsiteY0" fmla="*/ 182880 h 365759"/>
                <a:gd name="connsiteX1" fmla="*/ 182880 w 365759"/>
                <a:gd name="connsiteY1" fmla="*/ 365760 h 365759"/>
                <a:gd name="connsiteX2" fmla="*/ -1 w 365759"/>
                <a:gd name="connsiteY2" fmla="*/ 182880 h 365759"/>
                <a:gd name="connsiteX3" fmla="*/ 182880 w 365759"/>
                <a:gd name="connsiteY3" fmla="*/ 0 h 365759"/>
                <a:gd name="connsiteX4" fmla="*/ 365760 w 365759"/>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59">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9"/>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2</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7" name="任意形状 46">
              <a:extLst>
                <a:ext uri="{FF2B5EF4-FFF2-40B4-BE49-F238E27FC236}">
                  <a16:creationId xmlns:a16="http://schemas.microsoft.com/office/drawing/2014/main" id="{15073EFF-C686-0184-4D5C-761221A811E8}"/>
                </a:ext>
              </a:extLst>
            </p:cNvPr>
            <p:cNvSpPr/>
            <p:nvPr/>
          </p:nvSpPr>
          <p:spPr>
            <a:xfrm>
              <a:off x="9004300" y="5336561"/>
              <a:ext cx="365759" cy="365759"/>
            </a:xfrm>
            <a:custGeom>
              <a:avLst/>
              <a:gdLst>
                <a:gd name="connsiteX0" fmla="*/ 365760 w 365759"/>
                <a:gd name="connsiteY0" fmla="*/ 182880 h 365759"/>
                <a:gd name="connsiteX1" fmla="*/ 182880 w 365759"/>
                <a:gd name="connsiteY1" fmla="*/ 365760 h 365759"/>
                <a:gd name="connsiteX2" fmla="*/ -1 w 365759"/>
                <a:gd name="connsiteY2" fmla="*/ 182880 h 365759"/>
                <a:gd name="connsiteX3" fmla="*/ 182880 w 365759"/>
                <a:gd name="connsiteY3" fmla="*/ 0 h 365759"/>
                <a:gd name="connsiteX4" fmla="*/ 365760 w 365759"/>
                <a:gd name="connsiteY4" fmla="*/ 182880 h 36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759" h="365759">
                  <a:moveTo>
                    <a:pt x="365760" y="182880"/>
                  </a:moveTo>
                  <a:cubicBezTo>
                    <a:pt x="365760" y="283882"/>
                    <a:pt x="283882" y="365760"/>
                    <a:pt x="182880" y="365760"/>
                  </a:cubicBezTo>
                  <a:cubicBezTo>
                    <a:pt x="81878" y="365760"/>
                    <a:pt x="-1" y="283882"/>
                    <a:pt x="-1" y="182880"/>
                  </a:cubicBezTo>
                  <a:cubicBezTo>
                    <a:pt x="-1" y="81878"/>
                    <a:pt x="81877" y="0"/>
                    <a:pt x="182880" y="0"/>
                  </a:cubicBezTo>
                  <a:cubicBezTo>
                    <a:pt x="283881" y="0"/>
                    <a:pt x="365760" y="81878"/>
                    <a:pt x="365760" y="182880"/>
                  </a:cubicBezTo>
                  <a:close/>
                </a:path>
              </a:pathLst>
            </a:custGeom>
            <a:solidFill>
              <a:schemeClr val="accent4"/>
            </a:solidFill>
            <a:ln w="12700" cap="flat">
              <a:noFill/>
              <a:prstDash val="solid"/>
              <a:miter/>
            </a:ln>
          </p:spPr>
          <p:txBody>
            <a:bodyPr rtlCol="0" anchor="ctr"/>
            <a:lstStyle/>
            <a:p>
              <a:pPr algn="ctr"/>
              <a:r>
                <a:rPr lang="en-US" altLang="zh-CN" dirty="0">
                  <a:solidFill>
                    <a:schemeClr val="bg1"/>
                  </a:solidFill>
                  <a:latin typeface="Alibaba PuHuiTi" pitchFamily="18" charset="-122"/>
                  <a:ea typeface="Alibaba PuHuiTi" pitchFamily="18" charset="-122"/>
                  <a:cs typeface="Alibaba PuHuiTi" pitchFamily="18" charset="-122"/>
                </a:rPr>
                <a:t>3</a:t>
              </a:r>
              <a:endParaRPr lang="zh-CN" altLang="en-US" dirty="0">
                <a:solidFill>
                  <a:schemeClr val="bg1"/>
                </a:solidFill>
                <a:latin typeface="Alibaba PuHuiTi" pitchFamily="18" charset="-122"/>
                <a:ea typeface="Alibaba PuHuiTi" pitchFamily="18" charset="-122"/>
                <a:cs typeface="Alibaba PuHuiTi" pitchFamily="18" charset="-122"/>
              </a:endParaRPr>
            </a:p>
          </p:txBody>
        </p:sp>
        <p:sp>
          <p:nvSpPr>
            <p:cNvPr id="48" name="任意形状 47">
              <a:extLst>
                <a:ext uri="{FF2B5EF4-FFF2-40B4-BE49-F238E27FC236}">
                  <a16:creationId xmlns:a16="http://schemas.microsoft.com/office/drawing/2014/main" id="{44A42523-E18D-EFB8-7D20-C51618890947}"/>
                </a:ext>
              </a:extLst>
            </p:cNvPr>
            <p:cNvSpPr/>
            <p:nvPr/>
          </p:nvSpPr>
          <p:spPr>
            <a:xfrm>
              <a:off x="3863341" y="3790970"/>
              <a:ext cx="1074420" cy="1074420"/>
            </a:xfrm>
            <a:custGeom>
              <a:avLst/>
              <a:gdLst>
                <a:gd name="connsiteX0" fmla="*/ 1074420 w 1074420"/>
                <a:gd name="connsiteY0" fmla="*/ 537210 h 1074420"/>
                <a:gd name="connsiteX1" fmla="*/ 537210 w 1074420"/>
                <a:gd name="connsiteY1" fmla="*/ 1074420 h 1074420"/>
                <a:gd name="connsiteX2" fmla="*/ 0 w 1074420"/>
                <a:gd name="connsiteY2" fmla="*/ 537210 h 1074420"/>
                <a:gd name="connsiteX3" fmla="*/ 537210 w 1074420"/>
                <a:gd name="connsiteY3" fmla="*/ 0 h 1074420"/>
                <a:gd name="connsiteX4" fmla="*/ 1074420 w 1074420"/>
                <a:gd name="connsiteY4" fmla="*/ 537210 h 10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420" h="1074420">
                  <a:moveTo>
                    <a:pt x="1074420" y="537210"/>
                  </a:moveTo>
                  <a:cubicBezTo>
                    <a:pt x="1074420" y="833903"/>
                    <a:pt x="833903" y="1074420"/>
                    <a:pt x="537210" y="1074420"/>
                  </a:cubicBezTo>
                  <a:cubicBezTo>
                    <a:pt x="240517" y="1074420"/>
                    <a:pt x="0" y="833903"/>
                    <a:pt x="0" y="537210"/>
                  </a:cubicBezTo>
                  <a:cubicBezTo>
                    <a:pt x="0" y="240517"/>
                    <a:pt x="240517" y="0"/>
                    <a:pt x="537210" y="0"/>
                  </a:cubicBezTo>
                  <a:cubicBezTo>
                    <a:pt x="833903" y="0"/>
                    <a:pt x="1074420" y="240517"/>
                    <a:pt x="1074420" y="537210"/>
                  </a:cubicBezTo>
                  <a:close/>
                </a:path>
              </a:pathLst>
            </a:custGeom>
            <a:solidFill>
              <a:schemeClr val="accent1"/>
            </a:solidFill>
            <a:ln w="15875" cap="flat">
              <a:noFill/>
              <a:prstDash val="solid"/>
              <a:miter/>
            </a:ln>
            <a:effectLst>
              <a:innerShdw blurRad="317500">
                <a:schemeClr val="bg2">
                  <a:lumMod val="25000"/>
                </a:schemeClr>
              </a:innerShdw>
            </a:effectLst>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工作</a:t>
              </a:r>
              <a:endParaRPr lang="en-US" altLang="zh-CN" b="1" dirty="0">
                <a:solidFill>
                  <a:schemeClr val="bg1"/>
                </a:solidFill>
                <a:latin typeface="Alibaba PuHuiTi" pitchFamily="18" charset="-122"/>
                <a:ea typeface="Alibaba PuHuiTi" pitchFamily="18" charset="-122"/>
                <a:cs typeface="Alibaba PuHuiTi" pitchFamily="18" charset="-122"/>
              </a:endParaRPr>
            </a:p>
            <a:p>
              <a:pPr algn="ctr"/>
              <a:r>
                <a:rPr lang="zh-CN" altLang="en-US" b="1" dirty="0">
                  <a:solidFill>
                    <a:schemeClr val="bg1"/>
                  </a:solidFill>
                  <a:latin typeface="Alibaba PuHuiTi" pitchFamily="18" charset="-122"/>
                  <a:ea typeface="Alibaba PuHuiTi" pitchFamily="18" charset="-122"/>
                  <a:cs typeface="Alibaba PuHuiTi" pitchFamily="18" charset="-122"/>
                </a:rPr>
                <a:t>不足</a:t>
              </a:r>
            </a:p>
          </p:txBody>
        </p:sp>
        <p:sp>
          <p:nvSpPr>
            <p:cNvPr id="50" name="任意形状 49">
              <a:extLst>
                <a:ext uri="{FF2B5EF4-FFF2-40B4-BE49-F238E27FC236}">
                  <a16:creationId xmlns:a16="http://schemas.microsoft.com/office/drawing/2014/main" id="{61E7E18B-7724-946D-002D-BF3D05D2CD9A}"/>
                </a:ext>
              </a:extLst>
            </p:cNvPr>
            <p:cNvSpPr/>
            <p:nvPr/>
          </p:nvSpPr>
          <p:spPr>
            <a:xfrm>
              <a:off x="7254241" y="3790970"/>
              <a:ext cx="1074419" cy="1074420"/>
            </a:xfrm>
            <a:custGeom>
              <a:avLst/>
              <a:gdLst>
                <a:gd name="connsiteX0" fmla="*/ 1074420 w 1074419"/>
                <a:gd name="connsiteY0" fmla="*/ 537210 h 1074420"/>
                <a:gd name="connsiteX1" fmla="*/ 537210 w 1074419"/>
                <a:gd name="connsiteY1" fmla="*/ 1074420 h 1074420"/>
                <a:gd name="connsiteX2" fmla="*/ 0 w 1074419"/>
                <a:gd name="connsiteY2" fmla="*/ 537210 h 1074420"/>
                <a:gd name="connsiteX3" fmla="*/ 537210 w 1074419"/>
                <a:gd name="connsiteY3" fmla="*/ 0 h 1074420"/>
                <a:gd name="connsiteX4" fmla="*/ 1074420 w 1074419"/>
                <a:gd name="connsiteY4" fmla="*/ 537210 h 1074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419" h="1074420">
                  <a:moveTo>
                    <a:pt x="1074420" y="537210"/>
                  </a:moveTo>
                  <a:cubicBezTo>
                    <a:pt x="1074420" y="833903"/>
                    <a:pt x="833903" y="1074420"/>
                    <a:pt x="537210" y="1074420"/>
                  </a:cubicBezTo>
                  <a:cubicBezTo>
                    <a:pt x="240517" y="1074420"/>
                    <a:pt x="0" y="833903"/>
                    <a:pt x="0" y="537210"/>
                  </a:cubicBezTo>
                  <a:cubicBezTo>
                    <a:pt x="0" y="240517"/>
                    <a:pt x="240517" y="0"/>
                    <a:pt x="537210" y="0"/>
                  </a:cubicBezTo>
                  <a:cubicBezTo>
                    <a:pt x="833903" y="0"/>
                    <a:pt x="1074420" y="240517"/>
                    <a:pt x="1074420" y="537210"/>
                  </a:cubicBezTo>
                  <a:close/>
                </a:path>
              </a:pathLst>
            </a:custGeom>
            <a:solidFill>
              <a:schemeClr val="accent4"/>
            </a:solidFill>
            <a:ln w="15875" cap="flat">
              <a:noFill/>
              <a:prstDash val="solid"/>
              <a:miter/>
            </a:ln>
            <a:effectLst>
              <a:innerShdw blurRad="254000">
                <a:schemeClr val="bg2">
                  <a:lumMod val="25000"/>
                </a:schemeClr>
              </a:innerShdw>
            </a:effectLst>
          </p:spPr>
          <p:txBody>
            <a:bodyPr rtlCol="0" anchor="ctr"/>
            <a:lstStyle/>
            <a:p>
              <a:pPr algn="ctr"/>
              <a:r>
                <a:rPr lang="zh-CN" altLang="en-US" b="1" dirty="0">
                  <a:solidFill>
                    <a:schemeClr val="bg1"/>
                  </a:solidFill>
                  <a:latin typeface="Alibaba PuHuiTi" pitchFamily="18" charset="-122"/>
                  <a:ea typeface="Alibaba PuHuiTi" pitchFamily="18" charset="-122"/>
                  <a:cs typeface="Alibaba PuHuiTi" pitchFamily="18" charset="-122"/>
                </a:rPr>
                <a:t>改进</a:t>
              </a:r>
              <a:endParaRPr lang="en-US" altLang="zh-CN" b="1" dirty="0">
                <a:solidFill>
                  <a:schemeClr val="bg1"/>
                </a:solidFill>
                <a:latin typeface="Alibaba PuHuiTi" pitchFamily="18" charset="-122"/>
                <a:ea typeface="Alibaba PuHuiTi" pitchFamily="18" charset="-122"/>
                <a:cs typeface="Alibaba PuHuiTi" pitchFamily="18" charset="-122"/>
              </a:endParaRPr>
            </a:p>
            <a:p>
              <a:pPr algn="ctr"/>
              <a:r>
                <a:rPr lang="zh-CN" altLang="en-US" b="1" dirty="0">
                  <a:solidFill>
                    <a:schemeClr val="bg1"/>
                  </a:solidFill>
                  <a:latin typeface="Alibaba PuHuiTi" pitchFamily="18" charset="-122"/>
                  <a:ea typeface="Alibaba PuHuiTi" pitchFamily="18" charset="-122"/>
                  <a:cs typeface="Alibaba PuHuiTi" pitchFamily="18" charset="-122"/>
                </a:rPr>
                <a:t>措施</a:t>
              </a:r>
            </a:p>
          </p:txBody>
        </p:sp>
        <p:sp>
          <p:nvSpPr>
            <p:cNvPr id="51" name="小李PPT1">
              <a:extLst>
                <a:ext uri="{FF2B5EF4-FFF2-40B4-BE49-F238E27FC236}">
                  <a16:creationId xmlns:a16="http://schemas.microsoft.com/office/drawing/2014/main" id="{AB01C24D-0528-0F23-FFCA-549380D38B36}"/>
                </a:ext>
              </a:extLst>
            </p:cNvPr>
            <p:cNvSpPr txBox="1"/>
            <p:nvPr/>
          </p:nvSpPr>
          <p:spPr>
            <a:xfrm>
              <a:off x="5756811" y="4005014"/>
              <a:ext cx="678392"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rPr>
                <a:t>vs</a:t>
              </a:r>
              <a:endParaRPr kumimoji="0" lang="zh-CN" altLang="en-US" sz="3600" b="1" u="none" strike="noStrike" kern="1200" cap="none" spc="0" normalizeH="0" baseline="0" noProof="0" dirty="0">
                <a:ln>
                  <a:noFill/>
                </a:ln>
                <a:solidFill>
                  <a:schemeClr val="bg1"/>
                </a:solidFill>
                <a:effectLst/>
                <a:uLnTx/>
                <a:uFillTx/>
                <a:latin typeface="Alibaba PuHuiTi" pitchFamily="18" charset="-122"/>
                <a:ea typeface="Alibaba PuHuiTi" pitchFamily="18" charset="-122"/>
                <a:cs typeface="Alibaba PuHuiTi" pitchFamily="18" charset="-122"/>
              </a:endParaRPr>
            </a:p>
          </p:txBody>
        </p:sp>
        <p:sp>
          <p:nvSpPr>
            <p:cNvPr id="52" name="TextBox 47">
              <a:extLst>
                <a:ext uri="{FF2B5EF4-FFF2-40B4-BE49-F238E27FC236}">
                  <a16:creationId xmlns:a16="http://schemas.microsoft.com/office/drawing/2014/main" id="{505D889F-8C99-4C23-B046-EC47C0922671}"/>
                </a:ext>
              </a:extLst>
            </p:cNvPr>
            <p:cNvSpPr txBox="1"/>
            <p:nvPr/>
          </p:nvSpPr>
          <p:spPr>
            <a:xfrm>
              <a:off x="9474415" y="3254573"/>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右一点内容</a:t>
              </a:r>
            </a:p>
          </p:txBody>
        </p:sp>
        <p:sp>
          <p:nvSpPr>
            <p:cNvPr id="53" name="文本框 52">
              <a:extLst>
                <a:ext uri="{FF2B5EF4-FFF2-40B4-BE49-F238E27FC236}">
                  <a16:creationId xmlns:a16="http://schemas.microsoft.com/office/drawing/2014/main" id="{6843A231-E0C2-9D77-DEEE-52262A28C831}"/>
                </a:ext>
              </a:extLst>
            </p:cNvPr>
            <p:cNvSpPr txBox="1"/>
            <p:nvPr/>
          </p:nvSpPr>
          <p:spPr>
            <a:xfrm>
              <a:off x="9474415" y="2933460"/>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右边第一点标题</a:t>
              </a:r>
            </a:p>
          </p:txBody>
        </p:sp>
        <p:sp>
          <p:nvSpPr>
            <p:cNvPr id="55" name="TextBox 47">
              <a:extLst>
                <a:ext uri="{FF2B5EF4-FFF2-40B4-BE49-F238E27FC236}">
                  <a16:creationId xmlns:a16="http://schemas.microsoft.com/office/drawing/2014/main" id="{079CA726-9665-7146-F68C-496117D208C2}"/>
                </a:ext>
              </a:extLst>
            </p:cNvPr>
            <p:cNvSpPr txBox="1"/>
            <p:nvPr/>
          </p:nvSpPr>
          <p:spPr>
            <a:xfrm>
              <a:off x="9474415" y="4440193"/>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右二点内容</a:t>
              </a:r>
            </a:p>
          </p:txBody>
        </p:sp>
        <p:sp>
          <p:nvSpPr>
            <p:cNvPr id="56" name="文本框 55">
              <a:extLst>
                <a:ext uri="{FF2B5EF4-FFF2-40B4-BE49-F238E27FC236}">
                  <a16:creationId xmlns:a16="http://schemas.microsoft.com/office/drawing/2014/main" id="{199270C4-0D7B-298B-3D94-476DE6649650}"/>
                </a:ext>
              </a:extLst>
            </p:cNvPr>
            <p:cNvSpPr txBox="1"/>
            <p:nvPr/>
          </p:nvSpPr>
          <p:spPr>
            <a:xfrm>
              <a:off x="9474415" y="4119080"/>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右边第二点标题</a:t>
              </a:r>
            </a:p>
          </p:txBody>
        </p:sp>
        <p:sp>
          <p:nvSpPr>
            <p:cNvPr id="57" name="TextBox 47">
              <a:extLst>
                <a:ext uri="{FF2B5EF4-FFF2-40B4-BE49-F238E27FC236}">
                  <a16:creationId xmlns:a16="http://schemas.microsoft.com/office/drawing/2014/main" id="{717B93EE-FAAD-1AFA-8F53-E8003C5F48B8}"/>
                </a:ext>
              </a:extLst>
            </p:cNvPr>
            <p:cNvSpPr txBox="1"/>
            <p:nvPr/>
          </p:nvSpPr>
          <p:spPr>
            <a:xfrm>
              <a:off x="9474415" y="5633562"/>
              <a:ext cx="2254035" cy="301557"/>
            </a:xfrm>
            <a:prstGeom prst="rect">
              <a:avLst/>
            </a:prstGeom>
            <a:noFill/>
          </p:spPr>
          <p:txBody>
            <a:bodyPr wrap="square" rtlCol="0" anchor="t">
              <a:spAutoFit/>
            </a:bodyPr>
            <a:lstStyle/>
            <a:p>
              <a:pPr>
                <a:lnSpc>
                  <a:spcPct val="150000"/>
                </a:lnSpc>
              </a:pPr>
              <a:r>
                <a:rPr lang="zh-CN" altLang="en-US" sz="1000" dirty="0">
                  <a:latin typeface="Alibaba PuHuiTi" pitchFamily="18" charset="-122"/>
                  <a:ea typeface="Alibaba PuHuiTi" pitchFamily="18" charset="-122"/>
                  <a:cs typeface="Alibaba PuHuiTi" pitchFamily="18" charset="-122"/>
                </a:rPr>
                <a:t>右三点内容</a:t>
              </a:r>
            </a:p>
          </p:txBody>
        </p:sp>
        <p:sp>
          <p:nvSpPr>
            <p:cNvPr id="58" name="文本框 57">
              <a:extLst>
                <a:ext uri="{FF2B5EF4-FFF2-40B4-BE49-F238E27FC236}">
                  <a16:creationId xmlns:a16="http://schemas.microsoft.com/office/drawing/2014/main" id="{4E2BDA1D-32EA-F80C-A97E-AFF2FDECAE30}"/>
                </a:ext>
              </a:extLst>
            </p:cNvPr>
            <p:cNvSpPr txBox="1"/>
            <p:nvPr/>
          </p:nvSpPr>
          <p:spPr>
            <a:xfrm>
              <a:off x="9474415" y="5312449"/>
              <a:ext cx="1778051" cy="369332"/>
            </a:xfrm>
            <a:prstGeom prst="rect">
              <a:avLst/>
            </a:prstGeom>
            <a:noFill/>
          </p:spPr>
          <p:txBody>
            <a:bodyPr wrap="none" rtlCol="0">
              <a:spAutoFit/>
            </a:bodyPr>
            <a:lstStyle/>
            <a:p>
              <a:r>
                <a:rPr kumimoji="1" lang="zh-CN" altLang="en-US" b="1" dirty="0">
                  <a:solidFill>
                    <a:schemeClr val="accent4"/>
                  </a:solidFill>
                  <a:latin typeface="Alibaba PuHuiTi" pitchFamily="18" charset="-122"/>
                  <a:ea typeface="Alibaba PuHuiTi" pitchFamily="18" charset="-122"/>
                  <a:cs typeface="Alibaba PuHuiTi" pitchFamily="18" charset="-122"/>
                </a:rPr>
                <a:t>右边第三点标题</a:t>
              </a:r>
            </a:p>
          </p:txBody>
        </p:sp>
        <p:sp>
          <p:nvSpPr>
            <p:cNvPr id="59" name="TextBox 47">
              <a:extLst>
                <a:ext uri="{FF2B5EF4-FFF2-40B4-BE49-F238E27FC236}">
                  <a16:creationId xmlns:a16="http://schemas.microsoft.com/office/drawing/2014/main" id="{26490410-FF79-C7AC-238D-9FA192BF7CAA}"/>
                </a:ext>
              </a:extLst>
            </p:cNvPr>
            <p:cNvSpPr txBox="1"/>
            <p:nvPr/>
          </p:nvSpPr>
          <p:spPr>
            <a:xfrm>
              <a:off x="401936" y="3254573"/>
              <a:ext cx="2321999" cy="301557"/>
            </a:xfrm>
            <a:prstGeom prst="rect">
              <a:avLst/>
            </a:prstGeom>
            <a:noFill/>
          </p:spPr>
          <p:txBody>
            <a:bodyPr wrap="square" rtlCol="0" anchor="t">
              <a:spAutoFit/>
            </a:bodyPr>
            <a:lstStyle/>
            <a:p>
              <a:pPr algn="r">
                <a:lnSpc>
                  <a:spcPct val="150000"/>
                </a:lnSpc>
              </a:pPr>
              <a:r>
                <a:rPr lang="zh-CN" altLang="en-US" sz="1000" b="0" dirty="0">
                  <a:effectLst/>
                  <a:latin typeface="Alibaba PuHuiTi" pitchFamily="18" charset="-122"/>
                  <a:ea typeface="Alibaba PuHuiTi" pitchFamily="18" charset="-122"/>
                  <a:cs typeface="Alibaba PuHuiTi" pitchFamily="18" charset="-122"/>
                </a:rPr>
                <a:t>左一点内容</a:t>
              </a:r>
            </a:p>
          </p:txBody>
        </p:sp>
        <p:sp>
          <p:nvSpPr>
            <p:cNvPr id="60" name="文本框 59">
              <a:extLst>
                <a:ext uri="{FF2B5EF4-FFF2-40B4-BE49-F238E27FC236}">
                  <a16:creationId xmlns:a16="http://schemas.microsoft.com/office/drawing/2014/main" id="{1D792936-9174-BBBC-BADC-3F074524A132}"/>
                </a:ext>
              </a:extLst>
            </p:cNvPr>
            <p:cNvSpPr txBox="1"/>
            <p:nvPr/>
          </p:nvSpPr>
          <p:spPr>
            <a:xfrm>
              <a:off x="945884" y="2933460"/>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左边第一点标题</a:t>
              </a:r>
            </a:p>
          </p:txBody>
        </p:sp>
        <p:sp>
          <p:nvSpPr>
            <p:cNvPr id="61" name="TextBox 47">
              <a:extLst>
                <a:ext uri="{FF2B5EF4-FFF2-40B4-BE49-F238E27FC236}">
                  <a16:creationId xmlns:a16="http://schemas.microsoft.com/office/drawing/2014/main" id="{58995476-579C-9A94-084A-5F2519809DAD}"/>
                </a:ext>
              </a:extLst>
            </p:cNvPr>
            <p:cNvSpPr txBox="1"/>
            <p:nvPr/>
          </p:nvSpPr>
          <p:spPr>
            <a:xfrm>
              <a:off x="454762" y="4440193"/>
              <a:ext cx="2269173" cy="301557"/>
            </a:xfrm>
            <a:prstGeom prst="rect">
              <a:avLst/>
            </a:prstGeom>
            <a:noFill/>
          </p:spPr>
          <p:txBody>
            <a:bodyPr wrap="square" rtlCol="0" anchor="t">
              <a:spAutoFit/>
            </a:bodyPr>
            <a:lstStyle/>
            <a:p>
              <a:pPr algn="r">
                <a:lnSpc>
                  <a:spcPct val="150000"/>
                </a:lnSpc>
              </a:pPr>
              <a:r>
                <a:rPr lang="zh-CN" altLang="en-US" sz="1000" dirty="0">
                  <a:latin typeface="Alibaba PuHuiTi" pitchFamily="18" charset="-122"/>
                  <a:ea typeface="Alibaba PuHuiTi" pitchFamily="18" charset="-122"/>
                  <a:cs typeface="Alibaba PuHuiTi" pitchFamily="18" charset="-122"/>
                </a:rPr>
                <a:t>左二点内容</a:t>
              </a:r>
            </a:p>
          </p:txBody>
        </p:sp>
        <p:sp>
          <p:nvSpPr>
            <p:cNvPr id="62" name="文本框 61">
              <a:extLst>
                <a:ext uri="{FF2B5EF4-FFF2-40B4-BE49-F238E27FC236}">
                  <a16:creationId xmlns:a16="http://schemas.microsoft.com/office/drawing/2014/main" id="{511E7D67-1704-18E0-A7C6-070FC56BF8E7}"/>
                </a:ext>
              </a:extLst>
            </p:cNvPr>
            <p:cNvSpPr txBox="1"/>
            <p:nvPr/>
          </p:nvSpPr>
          <p:spPr>
            <a:xfrm>
              <a:off x="945884" y="4119080"/>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左边第二点标题</a:t>
              </a:r>
            </a:p>
          </p:txBody>
        </p:sp>
        <p:sp>
          <p:nvSpPr>
            <p:cNvPr id="63" name="TextBox 47">
              <a:extLst>
                <a:ext uri="{FF2B5EF4-FFF2-40B4-BE49-F238E27FC236}">
                  <a16:creationId xmlns:a16="http://schemas.microsoft.com/office/drawing/2014/main" id="{7C97A01A-4EE6-D215-FC2E-3F6A396A2753}"/>
                </a:ext>
              </a:extLst>
            </p:cNvPr>
            <p:cNvSpPr txBox="1"/>
            <p:nvPr/>
          </p:nvSpPr>
          <p:spPr>
            <a:xfrm>
              <a:off x="454762" y="5633562"/>
              <a:ext cx="2269173" cy="301557"/>
            </a:xfrm>
            <a:prstGeom prst="rect">
              <a:avLst/>
            </a:prstGeom>
            <a:noFill/>
          </p:spPr>
          <p:txBody>
            <a:bodyPr wrap="square" rtlCol="0" anchor="t">
              <a:spAutoFit/>
            </a:bodyPr>
            <a:lstStyle/>
            <a:p>
              <a:pPr algn="r">
                <a:lnSpc>
                  <a:spcPct val="150000"/>
                </a:lnSpc>
              </a:pPr>
              <a:r>
                <a:rPr lang="zh-CN" altLang="en-US" sz="1000" dirty="0">
                  <a:latin typeface="Alibaba PuHuiTi" pitchFamily="18" charset="-122"/>
                  <a:ea typeface="Alibaba PuHuiTi" pitchFamily="18" charset="-122"/>
                  <a:cs typeface="Alibaba PuHuiTi" pitchFamily="18" charset="-122"/>
                </a:rPr>
                <a:t>左三点内容</a:t>
              </a:r>
            </a:p>
          </p:txBody>
        </p:sp>
        <p:sp>
          <p:nvSpPr>
            <p:cNvPr id="896" name="文本框 895">
              <a:extLst>
                <a:ext uri="{FF2B5EF4-FFF2-40B4-BE49-F238E27FC236}">
                  <a16:creationId xmlns:a16="http://schemas.microsoft.com/office/drawing/2014/main" id="{398634BD-96C4-4977-33A7-1D415C8BC7BF}"/>
                </a:ext>
              </a:extLst>
            </p:cNvPr>
            <p:cNvSpPr txBox="1"/>
            <p:nvPr/>
          </p:nvSpPr>
          <p:spPr>
            <a:xfrm>
              <a:off x="945884" y="5312449"/>
              <a:ext cx="1778051" cy="369332"/>
            </a:xfrm>
            <a:prstGeom prst="rect">
              <a:avLst/>
            </a:prstGeom>
            <a:noFill/>
          </p:spPr>
          <p:txBody>
            <a:bodyPr wrap="none" rtlCol="0">
              <a:spAutoFit/>
            </a:bodyPr>
            <a:lstStyle/>
            <a:p>
              <a:pPr algn="r"/>
              <a:r>
                <a:rPr kumimoji="1" lang="zh-CN" altLang="en-US" b="1" dirty="0">
                  <a:solidFill>
                    <a:schemeClr val="accent1"/>
                  </a:solidFill>
                  <a:latin typeface="Alibaba PuHuiTi" pitchFamily="18" charset="-122"/>
                  <a:ea typeface="Alibaba PuHuiTi" pitchFamily="18" charset="-122"/>
                  <a:cs typeface="Alibaba PuHuiTi" pitchFamily="18" charset="-122"/>
                </a:rPr>
                <a:t>左边第三点标题</a:t>
              </a:r>
            </a:p>
          </p:txBody>
        </p:sp>
      </p:grpSp>
      <p:sp>
        <p:nvSpPr>
          <p:cNvPr id="3" name="文本框 2">
            <a:extLst>
              <a:ext uri="{FF2B5EF4-FFF2-40B4-BE49-F238E27FC236}">
                <a16:creationId xmlns:a16="http://schemas.microsoft.com/office/drawing/2014/main" id="{11F26B01-E004-F53A-790C-8C3C43D0B22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4254967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4B036-31EB-15D1-823C-745C5B397A23}"/>
            </a:ext>
          </a:extLst>
        </p:cNvPr>
        <p:cNvGrpSpPr/>
        <p:nvPr/>
      </p:nvGrpSpPr>
      <p:grpSpPr>
        <a:xfrm>
          <a:off x="0" y="0"/>
          <a:ext cx="0" cy="0"/>
          <a:chOff x="0" y="0"/>
          <a:chExt cx="0" cy="0"/>
        </a:xfrm>
      </p:grpSpPr>
      <p:sp>
        <p:nvSpPr>
          <p:cNvPr id="18" name="小李PPT13">
            <a:extLst>
              <a:ext uri="{FF2B5EF4-FFF2-40B4-BE49-F238E27FC236}">
                <a16:creationId xmlns:a16="http://schemas.microsoft.com/office/drawing/2014/main" id="{2F820332-CFF4-A678-8B2F-793FE3A341F1}"/>
              </a:ext>
            </a:extLst>
          </p:cNvPr>
          <p:cNvSpPr txBox="1"/>
          <p:nvPr/>
        </p:nvSpPr>
        <p:spPr>
          <a:xfrm>
            <a:off x="584437" y="1955886"/>
            <a:ext cx="5319886" cy="553998"/>
          </a:xfrm>
          <a:prstGeom prst="rect">
            <a:avLst/>
          </a:prstGeom>
          <a:noFill/>
        </p:spPr>
        <p:txBody>
          <a:bodyPr wrap="square" rtlCol="0">
            <a:spAutoFit/>
          </a:bodyPr>
          <a:lstStyle/>
          <a:p>
            <a:pPr algn="just">
              <a:defRPr/>
            </a:pPr>
            <a:r>
              <a:rPr lang="zh-CN" altLang="en-US" sz="3000" b="1" dirty="0">
                <a:solidFill>
                  <a:schemeClr val="accent1"/>
                </a:solidFill>
                <a:latin typeface="Alibaba PuHuiTi" pitchFamily="18" charset="-122"/>
                <a:ea typeface="Alibaba PuHuiTi" pitchFamily="18" charset="-122"/>
                <a:cs typeface="Alibaba PuHuiTi" pitchFamily="18" charset="-122"/>
              </a:rPr>
              <a:t>标题</a:t>
            </a:r>
          </a:p>
        </p:txBody>
      </p:sp>
      <p:sp>
        <p:nvSpPr>
          <p:cNvPr id="19" name="文本框 18">
            <a:extLst>
              <a:ext uri="{FF2B5EF4-FFF2-40B4-BE49-F238E27FC236}">
                <a16:creationId xmlns:a16="http://schemas.microsoft.com/office/drawing/2014/main" id="{DC300FC1-79B8-1F7C-8DEF-89B0B68D760D}"/>
              </a:ext>
            </a:extLst>
          </p:cNvPr>
          <p:cNvSpPr txBox="1"/>
          <p:nvPr/>
        </p:nvSpPr>
        <p:spPr>
          <a:xfrm>
            <a:off x="598602" y="2717122"/>
            <a:ext cx="4363249" cy="748603"/>
          </a:xfrm>
          <a:prstGeom prst="rect">
            <a:avLst/>
          </a:prstGeom>
          <a:noFill/>
        </p:spPr>
        <p:txBody>
          <a:bodyPr wrap="square" rtlCol="0">
            <a:spAutoFit/>
          </a:bodyPr>
          <a:lstStyle/>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内容内容内容内容内容内容内容内容内容内容内容内容内容内容</a:t>
            </a:r>
            <a:endParaRPr kumimoji="1" lang="en-US" altLang="zh-CN" sz="1200" dirty="0">
              <a:latin typeface="Alibaba PuHuiTi" pitchFamily="18" charset="-122"/>
              <a:ea typeface="Alibaba PuHuiTi" pitchFamily="18" charset="-122"/>
              <a:cs typeface="Alibaba PuHuiTi" pitchFamily="18" charset="-122"/>
            </a:endParaRPr>
          </a:p>
          <a:p>
            <a:pPr algn="just">
              <a:lnSpc>
                <a:spcPct val="150000"/>
              </a:lnSpc>
              <a:spcAft>
                <a:spcPts val="1000"/>
              </a:spcAft>
            </a:pPr>
            <a:endParaRPr kumimoji="1" lang="zh-CN" altLang="en-US" sz="1200" dirty="0">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05F5D5A4-1C4D-F856-786C-EB8AD680B81D}"/>
              </a:ext>
            </a:extLst>
          </p:cNvPr>
          <p:cNvSpPr/>
          <p:nvPr/>
        </p:nvSpPr>
        <p:spPr>
          <a:xfrm>
            <a:off x="5393366" y="0"/>
            <a:ext cx="6626718" cy="6858000"/>
          </a:xfrm>
          <a:custGeom>
            <a:avLst/>
            <a:gdLst>
              <a:gd name="connsiteX0" fmla="*/ 5309616 w 5333999"/>
              <a:gd name="connsiteY0" fmla="*/ 0 h 6858000"/>
              <a:gd name="connsiteX1" fmla="*/ 5309616 w 5333999"/>
              <a:gd name="connsiteY1" fmla="*/ 6858000 h 6858000"/>
              <a:gd name="connsiteX2" fmla="*/ 0 w 5333999"/>
              <a:gd name="connsiteY2" fmla="*/ 6858000 h 6858000"/>
              <a:gd name="connsiteX3" fmla="*/ 885444 w 5333999"/>
              <a:gd name="connsiteY3" fmla="*/ 0 h 6858000"/>
              <a:gd name="connsiteX4" fmla="*/ 5309616 w 5333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3999" h="6858000">
                <a:moveTo>
                  <a:pt x="5309616" y="0"/>
                </a:moveTo>
                <a:cubicBezTo>
                  <a:pt x="5309616" y="0"/>
                  <a:pt x="5364480" y="6858000"/>
                  <a:pt x="5309616" y="6858000"/>
                </a:cubicBezTo>
                <a:cubicBezTo>
                  <a:pt x="5254753" y="6858000"/>
                  <a:pt x="0" y="6858000"/>
                  <a:pt x="0" y="6858000"/>
                </a:cubicBezTo>
                <a:lnTo>
                  <a:pt x="885444" y="0"/>
                </a:lnTo>
                <a:lnTo>
                  <a:pt x="5309616" y="0"/>
                </a:lnTo>
                <a:close/>
              </a:path>
            </a:pathLst>
          </a:custGeom>
          <a:gradFill>
            <a:gsLst>
              <a:gs pos="100000">
                <a:schemeClr val="accent1"/>
              </a:gs>
              <a:gs pos="0">
                <a:schemeClr val="accent4"/>
              </a:gs>
            </a:gsLst>
            <a:lin ang="16200000" scaled="0"/>
          </a:gradFill>
          <a:ln w="25515" cap="flat">
            <a:noFill/>
            <a:prstDash val="solid"/>
            <a:miter/>
          </a:ln>
          <a:effectLst>
            <a:softEdge rad="292381"/>
          </a:effectLst>
        </p:spPr>
        <p:txBody>
          <a:bodyPr rtlCol="0" anchor="ctr"/>
          <a:lstStyle/>
          <a:p>
            <a:endParaRPr lang="zh-CN" altLang="en-US"/>
          </a:p>
        </p:txBody>
      </p:sp>
      <p:sp>
        <p:nvSpPr>
          <p:cNvPr id="7" name="任意形状 6">
            <a:extLst>
              <a:ext uri="{FF2B5EF4-FFF2-40B4-BE49-F238E27FC236}">
                <a16:creationId xmlns:a16="http://schemas.microsoft.com/office/drawing/2014/main" id="{C5AF6399-988D-0D13-9BD9-9E7B6D04261D}"/>
              </a:ext>
            </a:extLst>
          </p:cNvPr>
          <p:cNvSpPr/>
          <p:nvPr/>
        </p:nvSpPr>
        <p:spPr>
          <a:xfrm>
            <a:off x="6287678" y="0"/>
            <a:ext cx="5928705" cy="6858000"/>
          </a:xfrm>
          <a:custGeom>
            <a:avLst/>
            <a:gdLst>
              <a:gd name="connsiteX0" fmla="*/ 5309616 w 5333999"/>
              <a:gd name="connsiteY0" fmla="*/ 0 h 6858000"/>
              <a:gd name="connsiteX1" fmla="*/ 5309616 w 5333999"/>
              <a:gd name="connsiteY1" fmla="*/ 6858000 h 6858000"/>
              <a:gd name="connsiteX2" fmla="*/ 0 w 5333999"/>
              <a:gd name="connsiteY2" fmla="*/ 6858000 h 6858000"/>
              <a:gd name="connsiteX3" fmla="*/ 885444 w 5333999"/>
              <a:gd name="connsiteY3" fmla="*/ 0 h 6858000"/>
              <a:gd name="connsiteX4" fmla="*/ 5309616 w 5333999"/>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3999" h="6858000">
                <a:moveTo>
                  <a:pt x="5309616" y="0"/>
                </a:moveTo>
                <a:cubicBezTo>
                  <a:pt x="5309616" y="0"/>
                  <a:pt x="5364480" y="6858000"/>
                  <a:pt x="5309616" y="6858000"/>
                </a:cubicBezTo>
                <a:cubicBezTo>
                  <a:pt x="5254753" y="6858000"/>
                  <a:pt x="0" y="6858000"/>
                  <a:pt x="0" y="6858000"/>
                </a:cubicBezTo>
                <a:lnTo>
                  <a:pt x="885444" y="0"/>
                </a:lnTo>
                <a:lnTo>
                  <a:pt x="5309616" y="0"/>
                </a:lnTo>
                <a:close/>
              </a:path>
            </a:pathLst>
          </a:custGeom>
          <a:blipFill>
            <a:blip r:embed="rId3" cstate="screen">
              <a:extLst>
                <a:ext uri="{28A0092B-C50C-407E-A947-70E740481C1C}">
                  <a14:useLocalDpi xmlns:a14="http://schemas.microsoft.com/office/drawing/2010/main"/>
                </a:ext>
              </a:extLst>
            </a:blip>
            <a:stretch>
              <a:fillRect/>
            </a:stretch>
          </a:blipFill>
          <a:ln w="25515" cap="flat">
            <a:noFill/>
            <a:prstDash val="solid"/>
            <a:miter/>
          </a:ln>
          <a:effectLst>
            <a:outerShdw blurRad="50800" dist="38100" dir="8100000" algn="tr" rotWithShape="0">
              <a:schemeClr val="accent1">
                <a:alpha val="40000"/>
              </a:schemeClr>
            </a:outerShdw>
          </a:effectLst>
        </p:spPr>
        <p:txBody>
          <a:bodyPr rtlCol="0" anchor="ctr"/>
          <a:lstStyle/>
          <a:p>
            <a:endParaRPr lang="zh-CN" altLang="en-US"/>
          </a:p>
        </p:txBody>
      </p:sp>
      <p:sp>
        <p:nvSpPr>
          <p:cNvPr id="2" name="文本框 1">
            <a:extLst>
              <a:ext uri="{FF2B5EF4-FFF2-40B4-BE49-F238E27FC236}">
                <a16:creationId xmlns:a16="http://schemas.microsoft.com/office/drawing/2014/main" id="{16EFCBCE-9A57-FAD0-3F90-20842391C821}"/>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1971968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69256-A4F3-09B6-E001-D65AC987DB2E}"/>
            </a:ext>
          </a:extLst>
        </p:cNvPr>
        <p:cNvGrpSpPr/>
        <p:nvPr/>
      </p:nvGrpSpPr>
      <p:grpSpPr>
        <a:xfrm>
          <a:off x="0" y="0"/>
          <a:ext cx="0" cy="0"/>
          <a:chOff x="0" y="0"/>
          <a:chExt cx="0" cy="0"/>
        </a:xfrm>
      </p:grpSpPr>
      <p:sp>
        <p:nvSpPr>
          <p:cNvPr id="3" name="任意形状 2">
            <a:extLst>
              <a:ext uri="{FF2B5EF4-FFF2-40B4-BE49-F238E27FC236}">
                <a16:creationId xmlns:a16="http://schemas.microsoft.com/office/drawing/2014/main" id="{7228B1E9-E444-13B2-B526-0D692F11CFD3}"/>
              </a:ext>
            </a:extLst>
          </p:cNvPr>
          <p:cNvSpPr/>
          <p:nvPr/>
        </p:nvSpPr>
        <p:spPr>
          <a:xfrm>
            <a:off x="6441948" y="0"/>
            <a:ext cx="499871" cy="3890010"/>
          </a:xfrm>
          <a:custGeom>
            <a:avLst/>
            <a:gdLst>
              <a:gd name="connsiteX0" fmla="*/ 204978 w 499871"/>
              <a:gd name="connsiteY0" fmla="*/ 3890010 h 3890010"/>
              <a:gd name="connsiteX1" fmla="*/ 265938 w 499871"/>
              <a:gd name="connsiteY1" fmla="*/ 3346704 h 3890010"/>
              <a:gd name="connsiteX2" fmla="*/ 348234 w 499871"/>
              <a:gd name="connsiteY2" fmla="*/ 2245614 h 3890010"/>
              <a:gd name="connsiteX3" fmla="*/ 0 w 499871"/>
              <a:gd name="connsiteY3" fmla="*/ 0 h 3890010"/>
              <a:gd name="connsiteX4" fmla="*/ 298704 w 499871"/>
              <a:gd name="connsiteY4" fmla="*/ 0 h 3890010"/>
              <a:gd name="connsiteX5" fmla="*/ 499872 w 499871"/>
              <a:gd name="connsiteY5" fmla="*/ 1715262 h 3890010"/>
              <a:gd name="connsiteX6" fmla="*/ 298704 w 499871"/>
              <a:gd name="connsiteY6" fmla="*/ 3430524 h 3890010"/>
              <a:gd name="connsiteX7" fmla="*/ 204978 w 499871"/>
              <a:gd name="connsiteY7" fmla="*/ 3890010 h 389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9871" h="3890010">
                <a:moveTo>
                  <a:pt x="204978" y="3890010"/>
                </a:moveTo>
                <a:cubicBezTo>
                  <a:pt x="218694" y="3708654"/>
                  <a:pt x="238506" y="3527298"/>
                  <a:pt x="265938" y="3346704"/>
                </a:cubicBezTo>
                <a:cubicBezTo>
                  <a:pt x="320802" y="2981706"/>
                  <a:pt x="348234" y="2613660"/>
                  <a:pt x="348234" y="2245614"/>
                </a:cubicBezTo>
                <a:cubicBezTo>
                  <a:pt x="348234" y="1485900"/>
                  <a:pt x="231648" y="728472"/>
                  <a:pt x="0" y="0"/>
                </a:cubicBezTo>
                <a:lnTo>
                  <a:pt x="298704" y="0"/>
                </a:lnTo>
                <a:cubicBezTo>
                  <a:pt x="432816" y="563880"/>
                  <a:pt x="499872" y="1139952"/>
                  <a:pt x="499872" y="1715262"/>
                </a:cubicBezTo>
                <a:cubicBezTo>
                  <a:pt x="499872" y="2290572"/>
                  <a:pt x="432816" y="2866644"/>
                  <a:pt x="298704" y="3430524"/>
                </a:cubicBezTo>
                <a:cubicBezTo>
                  <a:pt x="262890" y="3582924"/>
                  <a:pt x="231648" y="3736086"/>
                  <a:pt x="204978" y="3890010"/>
                </a:cubicBezTo>
                <a:close/>
              </a:path>
            </a:pathLst>
          </a:custGeom>
          <a:gradFill>
            <a:gsLst>
              <a:gs pos="100000">
                <a:schemeClr val="accent4"/>
              </a:gs>
              <a:gs pos="0">
                <a:schemeClr val="accent1"/>
              </a:gs>
            </a:gsLst>
            <a:lin ang="5400000" scaled="0"/>
          </a:gradFill>
          <a:ln w="7620"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3230FFCD-6BC5-05D8-7D19-D1F3EDEC9406}"/>
              </a:ext>
            </a:extLst>
          </p:cNvPr>
          <p:cNvSpPr/>
          <p:nvPr/>
        </p:nvSpPr>
        <p:spPr>
          <a:xfrm>
            <a:off x="6542341" y="0"/>
            <a:ext cx="5649658" cy="6858000"/>
          </a:xfrm>
          <a:custGeom>
            <a:avLst/>
            <a:gdLst>
              <a:gd name="connsiteX0" fmla="*/ 1907477 w 5649658"/>
              <a:gd name="connsiteY0" fmla="*/ 0 h 6858000"/>
              <a:gd name="connsiteX1" fmla="*/ 1205674 w 5649658"/>
              <a:gd name="connsiteY1" fmla="*/ 0 h 6858000"/>
              <a:gd name="connsiteX2" fmla="*/ 200597 w 5649658"/>
              <a:gd name="connsiteY2" fmla="*/ 0 h 6858000"/>
              <a:gd name="connsiteX3" fmla="*/ 200597 w 5649658"/>
              <a:gd name="connsiteY3" fmla="*/ 3429000 h 6858000"/>
              <a:gd name="connsiteX4" fmla="*/ 200597 w 5649658"/>
              <a:gd name="connsiteY4" fmla="*/ 6858000 h 6858000"/>
              <a:gd name="connsiteX5" fmla="*/ 1205674 w 5649658"/>
              <a:gd name="connsiteY5" fmla="*/ 6858000 h 6858000"/>
              <a:gd name="connsiteX6" fmla="*/ 1907477 w 5649658"/>
              <a:gd name="connsiteY6" fmla="*/ 6858000 h 6858000"/>
              <a:gd name="connsiteX7" fmla="*/ 5649659 w 5649658"/>
              <a:gd name="connsiteY7" fmla="*/ 6858000 h 6858000"/>
              <a:gd name="connsiteX8" fmla="*/ 5649659 w 5649658"/>
              <a:gd name="connsiteY8" fmla="*/ 0 h 6858000"/>
              <a:gd name="connsiteX9" fmla="*/ 1907477 w 5649658"/>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49658" h="6858000">
                <a:moveTo>
                  <a:pt x="1907477" y="0"/>
                </a:moveTo>
                <a:lnTo>
                  <a:pt x="1205674" y="0"/>
                </a:lnTo>
                <a:lnTo>
                  <a:pt x="200597" y="0"/>
                </a:lnTo>
                <a:cubicBezTo>
                  <a:pt x="468059" y="1126998"/>
                  <a:pt x="468059" y="2302002"/>
                  <a:pt x="200597" y="3429000"/>
                </a:cubicBezTo>
                <a:cubicBezTo>
                  <a:pt x="-66866" y="4555998"/>
                  <a:pt x="-66866" y="5731002"/>
                  <a:pt x="200597" y="6858000"/>
                </a:cubicBezTo>
                <a:lnTo>
                  <a:pt x="1205674" y="6858000"/>
                </a:lnTo>
                <a:lnTo>
                  <a:pt x="1907477" y="6858000"/>
                </a:lnTo>
                <a:lnTo>
                  <a:pt x="5649659" y="6858000"/>
                </a:lnTo>
                <a:lnTo>
                  <a:pt x="5649659" y="0"/>
                </a:lnTo>
                <a:lnTo>
                  <a:pt x="1907477" y="0"/>
                </a:lnTo>
                <a:close/>
              </a:path>
            </a:pathLst>
          </a:custGeom>
          <a:blipFill dpi="0" rotWithShape="1">
            <a:blip r:embed="rId3" cstate="screen">
              <a:extLst>
                <a:ext uri="{28A0092B-C50C-407E-A947-70E740481C1C}">
                  <a14:useLocalDpi xmlns:a14="http://schemas.microsoft.com/office/drawing/2010/main"/>
                </a:ext>
              </a:extLst>
            </a:blip>
            <a:srcRect/>
            <a:stretch>
              <a:fillRect/>
            </a:stretch>
          </a:blipFill>
          <a:ln w="7620" cap="flat">
            <a:noFill/>
            <a:prstDash val="solid"/>
            <a:miter/>
          </a:ln>
        </p:spPr>
        <p:txBody>
          <a:bodyPr rtlCol="0" anchor="ctr"/>
          <a:lstStyle/>
          <a:p>
            <a:endParaRPr lang="zh-CN" altLang="en-US"/>
          </a:p>
        </p:txBody>
      </p:sp>
      <p:sp>
        <p:nvSpPr>
          <p:cNvPr id="6" name="文本框 5">
            <a:extLst>
              <a:ext uri="{FF2B5EF4-FFF2-40B4-BE49-F238E27FC236}">
                <a16:creationId xmlns:a16="http://schemas.microsoft.com/office/drawing/2014/main" id="{CE29ADB2-3DFE-9D07-F871-FF4EBE119307}"/>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
        <p:nvSpPr>
          <p:cNvPr id="7" name="小李PPT13">
            <a:extLst>
              <a:ext uri="{FF2B5EF4-FFF2-40B4-BE49-F238E27FC236}">
                <a16:creationId xmlns:a16="http://schemas.microsoft.com/office/drawing/2014/main" id="{8F99E4B0-B927-8F13-BFBD-851272DCAE2D}"/>
              </a:ext>
            </a:extLst>
          </p:cNvPr>
          <p:cNvSpPr txBox="1"/>
          <p:nvPr/>
        </p:nvSpPr>
        <p:spPr>
          <a:xfrm>
            <a:off x="584437" y="1955886"/>
            <a:ext cx="5319886" cy="553998"/>
          </a:xfrm>
          <a:prstGeom prst="rect">
            <a:avLst/>
          </a:prstGeom>
          <a:noFill/>
        </p:spPr>
        <p:txBody>
          <a:bodyPr wrap="square" rtlCol="0">
            <a:spAutoFit/>
          </a:bodyPr>
          <a:lstStyle/>
          <a:p>
            <a:pPr algn="just">
              <a:defRPr/>
            </a:pPr>
            <a:r>
              <a:rPr lang="zh-CN" altLang="en-US" sz="3000" b="1" dirty="0">
                <a:solidFill>
                  <a:schemeClr val="accent1"/>
                </a:solidFill>
                <a:latin typeface="Alibaba PuHuiTi" pitchFamily="18" charset="-122"/>
                <a:ea typeface="Alibaba PuHuiTi" pitchFamily="18" charset="-122"/>
                <a:cs typeface="Alibaba PuHuiTi" pitchFamily="18" charset="-122"/>
              </a:rPr>
              <a:t>标题</a:t>
            </a:r>
          </a:p>
        </p:txBody>
      </p:sp>
      <p:sp>
        <p:nvSpPr>
          <p:cNvPr id="8" name="文本框 7">
            <a:extLst>
              <a:ext uri="{FF2B5EF4-FFF2-40B4-BE49-F238E27FC236}">
                <a16:creationId xmlns:a16="http://schemas.microsoft.com/office/drawing/2014/main" id="{86C4C6A2-2D1E-2E5A-0B3C-EB20F9F30899}"/>
              </a:ext>
            </a:extLst>
          </p:cNvPr>
          <p:cNvSpPr txBox="1"/>
          <p:nvPr/>
        </p:nvSpPr>
        <p:spPr>
          <a:xfrm>
            <a:off x="598602" y="2717122"/>
            <a:ext cx="4363249" cy="748603"/>
          </a:xfrm>
          <a:prstGeom prst="rect">
            <a:avLst/>
          </a:prstGeom>
          <a:noFill/>
        </p:spPr>
        <p:txBody>
          <a:bodyPr wrap="square" rtlCol="0">
            <a:spAutoFit/>
          </a:bodyPr>
          <a:lstStyle/>
          <a:p>
            <a:pPr algn="just">
              <a:lnSpc>
                <a:spcPct val="150000"/>
              </a:lnSpc>
              <a:spcAft>
                <a:spcPts val="1000"/>
              </a:spcAft>
            </a:pPr>
            <a:r>
              <a:rPr kumimoji="1" lang="zh-CN" altLang="en-US" sz="1200" dirty="0">
                <a:latin typeface="Alibaba PuHuiTi" pitchFamily="18" charset="-122"/>
                <a:ea typeface="Alibaba PuHuiTi" pitchFamily="18" charset="-122"/>
                <a:cs typeface="Alibaba PuHuiTi" pitchFamily="18" charset="-122"/>
              </a:rPr>
              <a:t>内容内容内容内容内容内容内容内容内容内容内容内容内容内容</a:t>
            </a:r>
            <a:endParaRPr kumimoji="1" lang="en-US" altLang="zh-CN" sz="1200" dirty="0">
              <a:latin typeface="Alibaba PuHuiTi" pitchFamily="18" charset="-122"/>
              <a:ea typeface="Alibaba PuHuiTi" pitchFamily="18" charset="-122"/>
              <a:cs typeface="Alibaba PuHuiTi" pitchFamily="18" charset="-122"/>
            </a:endParaRPr>
          </a:p>
          <a:p>
            <a:pPr algn="just">
              <a:lnSpc>
                <a:spcPct val="150000"/>
              </a:lnSpc>
              <a:spcAft>
                <a:spcPts val="1000"/>
              </a:spcAft>
            </a:pPr>
            <a:endParaRPr kumimoji="1" lang="zh-CN" altLang="en-US" sz="1200" dirty="0">
              <a:latin typeface="Alibaba PuHuiTi" pitchFamily="18" charset="-122"/>
              <a:ea typeface="Alibaba PuHuiTi" pitchFamily="18" charset="-122"/>
              <a:cs typeface="Alibaba PuHuiTi" pitchFamily="18" charset="-122"/>
            </a:endParaRPr>
          </a:p>
        </p:txBody>
      </p:sp>
    </p:spTree>
    <p:extLst>
      <p:ext uri="{BB962C8B-B14F-4D97-AF65-F5344CB8AC3E}">
        <p14:creationId xmlns:p14="http://schemas.microsoft.com/office/powerpoint/2010/main" val="863164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45180-74B2-3255-DBAD-9BA5017B862A}"/>
            </a:ext>
          </a:extLst>
        </p:cNvPr>
        <p:cNvGrpSpPr/>
        <p:nvPr/>
      </p:nvGrpSpPr>
      <p:grpSpPr>
        <a:xfrm>
          <a:off x="0" y="0"/>
          <a:ext cx="0" cy="0"/>
          <a:chOff x="0" y="0"/>
          <a:chExt cx="0" cy="0"/>
        </a:xfrm>
      </p:grpSpPr>
      <p:sp>
        <p:nvSpPr>
          <p:cNvPr id="2" name="任意形状 1">
            <a:extLst>
              <a:ext uri="{FF2B5EF4-FFF2-40B4-BE49-F238E27FC236}">
                <a16:creationId xmlns:a16="http://schemas.microsoft.com/office/drawing/2014/main" id="{1C26D5F1-0EC7-5CFD-0F5E-8775AEFEAE68}"/>
              </a:ext>
            </a:extLst>
          </p:cNvPr>
          <p:cNvSpPr/>
          <p:nvPr/>
        </p:nvSpPr>
        <p:spPr>
          <a:xfrm>
            <a:off x="171448" y="2423857"/>
            <a:ext cx="11849099" cy="2003297"/>
          </a:xfrm>
          <a:custGeom>
            <a:avLst/>
            <a:gdLst>
              <a:gd name="connsiteX0" fmla="*/ 5924550 w 11849099"/>
              <a:gd name="connsiteY0" fmla="*/ 0 h 2003297"/>
              <a:gd name="connsiteX1" fmla="*/ 9625583 w 11849099"/>
              <a:gd name="connsiteY1" fmla="*/ 625602 h 2003297"/>
              <a:gd name="connsiteX2" fmla="*/ 5924550 w 11849099"/>
              <a:gd name="connsiteY2" fmla="*/ 1251204 h 2003297"/>
              <a:gd name="connsiteX3" fmla="*/ 2223516 w 11849099"/>
              <a:gd name="connsiteY3" fmla="*/ 625602 h 2003297"/>
              <a:gd name="connsiteX4" fmla="*/ 5924550 w 11849099"/>
              <a:gd name="connsiteY4" fmla="*/ 0 h 2003297"/>
              <a:gd name="connsiteX5" fmla="*/ 0 w 11849099"/>
              <a:gd name="connsiteY5" fmla="*/ 1002030 h 2003297"/>
              <a:gd name="connsiteX6" fmla="*/ 5924550 w 11849099"/>
              <a:gd name="connsiteY6" fmla="*/ 2003298 h 2003297"/>
              <a:gd name="connsiteX7" fmla="*/ 11849099 w 11849099"/>
              <a:gd name="connsiteY7" fmla="*/ 1001268 h 2003297"/>
              <a:gd name="connsiteX8" fmla="*/ 5924550 w 11849099"/>
              <a:gd name="connsiteY8" fmla="*/ 0 h 200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49099" h="2003297">
                <a:moveTo>
                  <a:pt x="5924550" y="0"/>
                </a:moveTo>
                <a:cubicBezTo>
                  <a:pt x="7968233" y="0"/>
                  <a:pt x="9625583" y="280416"/>
                  <a:pt x="9625583" y="625602"/>
                </a:cubicBezTo>
                <a:cubicBezTo>
                  <a:pt x="9625583" y="970788"/>
                  <a:pt x="7968996" y="1251204"/>
                  <a:pt x="5924550" y="1251204"/>
                </a:cubicBezTo>
                <a:cubicBezTo>
                  <a:pt x="3880104" y="1251204"/>
                  <a:pt x="2223516" y="970788"/>
                  <a:pt x="2223516" y="625602"/>
                </a:cubicBezTo>
                <a:cubicBezTo>
                  <a:pt x="2223516" y="280416"/>
                  <a:pt x="3880866" y="0"/>
                  <a:pt x="5924550" y="0"/>
                </a:cubicBezTo>
                <a:cubicBezTo>
                  <a:pt x="2652522" y="0"/>
                  <a:pt x="0" y="448818"/>
                  <a:pt x="0" y="1002030"/>
                </a:cubicBezTo>
                <a:cubicBezTo>
                  <a:pt x="0" y="1555242"/>
                  <a:pt x="2652522" y="2003298"/>
                  <a:pt x="5924550" y="2003298"/>
                </a:cubicBezTo>
                <a:cubicBezTo>
                  <a:pt x="9196577" y="2003298"/>
                  <a:pt x="11849099" y="1554480"/>
                  <a:pt x="11849099" y="1001268"/>
                </a:cubicBezTo>
                <a:cubicBezTo>
                  <a:pt x="11849099" y="448056"/>
                  <a:pt x="9196577" y="0"/>
                  <a:pt x="5924550" y="0"/>
                </a:cubicBezTo>
                <a:close/>
              </a:path>
            </a:pathLst>
          </a:custGeom>
          <a:gradFill>
            <a:gsLst>
              <a:gs pos="0">
                <a:schemeClr val="accent1">
                  <a:lumMod val="20000"/>
                  <a:lumOff val="80000"/>
                </a:schemeClr>
              </a:gs>
              <a:gs pos="100000">
                <a:schemeClr val="accent1"/>
              </a:gs>
            </a:gsLst>
            <a:lin ang="5400000" scaled="1"/>
          </a:gradFill>
          <a:ln w="11672" cap="flat">
            <a:noFill/>
            <a:prstDash val="solid"/>
            <a:miter/>
          </a:ln>
          <a:effectLst/>
          <a:scene3d>
            <a:camera prst="perspectiveRelaxedModerately"/>
            <a:lightRig rig="contrasting" dir="t"/>
          </a:scene3d>
          <a:sp3d extrusionH="127000" prstMaterial="plastic">
            <a:bevelT w="63500" h="63500"/>
            <a:bevelB w="63500" h="63500"/>
            <a:extrusionClr>
              <a:schemeClr val="accent5">
                <a:lumMod val="75000"/>
              </a:schemeClr>
            </a:extrusionClr>
          </a:sp3d>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5" name="任意形状 4">
            <a:extLst>
              <a:ext uri="{FF2B5EF4-FFF2-40B4-BE49-F238E27FC236}">
                <a16:creationId xmlns:a16="http://schemas.microsoft.com/office/drawing/2014/main" id="{6C29A3D7-D9B1-2B38-B7FE-1B3AC77C863A}"/>
              </a:ext>
            </a:extLst>
          </p:cNvPr>
          <p:cNvSpPr/>
          <p:nvPr/>
        </p:nvSpPr>
        <p:spPr>
          <a:xfrm>
            <a:off x="1279398" y="2423858"/>
            <a:ext cx="2194560" cy="1335024"/>
          </a:xfrm>
          <a:custGeom>
            <a:avLst/>
            <a:gdLst>
              <a:gd name="connsiteX0" fmla="*/ 0 w 2194560"/>
              <a:gd name="connsiteY0" fmla="*/ 0 h 1335024"/>
              <a:gd name="connsiteX1" fmla="*/ 2194560 w 2194560"/>
              <a:gd name="connsiteY1" fmla="*/ 0 h 1335024"/>
              <a:gd name="connsiteX2" fmla="*/ 2194560 w 2194560"/>
              <a:gd name="connsiteY2" fmla="*/ 1335024 h 1335024"/>
              <a:gd name="connsiteX3" fmla="*/ 0 w 2194560"/>
              <a:gd name="connsiteY3" fmla="*/ 1335024 h 1335024"/>
            </a:gdLst>
            <a:ahLst/>
            <a:cxnLst>
              <a:cxn ang="0">
                <a:pos x="connsiteX0" y="connsiteY0"/>
              </a:cxn>
              <a:cxn ang="0">
                <a:pos x="connsiteX1" y="connsiteY1"/>
              </a:cxn>
              <a:cxn ang="0">
                <a:pos x="connsiteX2" y="connsiteY2"/>
              </a:cxn>
              <a:cxn ang="0">
                <a:pos x="connsiteX3" y="connsiteY3"/>
              </a:cxn>
            </a:cxnLst>
            <a:rect l="l" t="t" r="r" b="b"/>
            <a:pathLst>
              <a:path w="2194560" h="1335024">
                <a:moveTo>
                  <a:pt x="0" y="0"/>
                </a:moveTo>
                <a:lnTo>
                  <a:pt x="2194560" y="0"/>
                </a:lnTo>
                <a:lnTo>
                  <a:pt x="2194560" y="1335024"/>
                </a:lnTo>
                <a:lnTo>
                  <a:pt x="0" y="1335024"/>
                </a:lnTo>
                <a:close/>
              </a:path>
            </a:pathLst>
          </a:custGeom>
          <a:blipFill>
            <a:blip r:embed="rId3"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6" name="任意形状 5">
            <a:extLst>
              <a:ext uri="{FF2B5EF4-FFF2-40B4-BE49-F238E27FC236}">
                <a16:creationId xmlns:a16="http://schemas.microsoft.com/office/drawing/2014/main" id="{0FCC1D5F-5C94-6909-6ABB-0CDD342DE999}"/>
              </a:ext>
            </a:extLst>
          </p:cNvPr>
          <p:cNvSpPr/>
          <p:nvPr/>
        </p:nvSpPr>
        <p:spPr>
          <a:xfrm>
            <a:off x="8718042" y="2423858"/>
            <a:ext cx="2194560" cy="1335024"/>
          </a:xfrm>
          <a:custGeom>
            <a:avLst/>
            <a:gdLst>
              <a:gd name="connsiteX0" fmla="*/ 0 w 2194560"/>
              <a:gd name="connsiteY0" fmla="*/ 0 h 1335024"/>
              <a:gd name="connsiteX1" fmla="*/ 2194560 w 2194560"/>
              <a:gd name="connsiteY1" fmla="*/ 0 h 1335024"/>
              <a:gd name="connsiteX2" fmla="*/ 2194560 w 2194560"/>
              <a:gd name="connsiteY2" fmla="*/ 1335024 h 1335024"/>
              <a:gd name="connsiteX3" fmla="*/ 0 w 2194560"/>
              <a:gd name="connsiteY3" fmla="*/ 1335024 h 1335024"/>
            </a:gdLst>
            <a:ahLst/>
            <a:cxnLst>
              <a:cxn ang="0">
                <a:pos x="connsiteX0" y="connsiteY0"/>
              </a:cxn>
              <a:cxn ang="0">
                <a:pos x="connsiteX1" y="connsiteY1"/>
              </a:cxn>
              <a:cxn ang="0">
                <a:pos x="connsiteX2" y="connsiteY2"/>
              </a:cxn>
              <a:cxn ang="0">
                <a:pos x="connsiteX3" y="connsiteY3"/>
              </a:cxn>
            </a:cxnLst>
            <a:rect l="l" t="t" r="r" b="b"/>
            <a:pathLst>
              <a:path w="2194560" h="1335024">
                <a:moveTo>
                  <a:pt x="0" y="0"/>
                </a:moveTo>
                <a:lnTo>
                  <a:pt x="2194560" y="0"/>
                </a:lnTo>
                <a:lnTo>
                  <a:pt x="2194560" y="1335024"/>
                </a:lnTo>
                <a:lnTo>
                  <a:pt x="0" y="1335024"/>
                </a:lnTo>
                <a:close/>
              </a:path>
            </a:pathLst>
          </a:custGeom>
          <a:blipFill>
            <a:blip r:embed="rId4"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7" name="任意形状 6">
            <a:extLst>
              <a:ext uri="{FF2B5EF4-FFF2-40B4-BE49-F238E27FC236}">
                <a16:creationId xmlns:a16="http://schemas.microsoft.com/office/drawing/2014/main" id="{EA6CAADD-5F82-3DA9-013E-F00A091E1D19}"/>
              </a:ext>
            </a:extLst>
          </p:cNvPr>
          <p:cNvSpPr/>
          <p:nvPr/>
        </p:nvSpPr>
        <p:spPr>
          <a:xfrm>
            <a:off x="3758946" y="2782759"/>
            <a:ext cx="2194559" cy="1335024"/>
          </a:xfrm>
          <a:custGeom>
            <a:avLst/>
            <a:gdLst>
              <a:gd name="connsiteX0" fmla="*/ 0 w 2194559"/>
              <a:gd name="connsiteY0" fmla="*/ 0 h 1335023"/>
              <a:gd name="connsiteX1" fmla="*/ 2194560 w 2194559"/>
              <a:gd name="connsiteY1" fmla="*/ 0 h 1335023"/>
              <a:gd name="connsiteX2" fmla="*/ 2194560 w 2194559"/>
              <a:gd name="connsiteY2" fmla="*/ 1335024 h 1335023"/>
              <a:gd name="connsiteX3" fmla="*/ 0 w 2194559"/>
              <a:gd name="connsiteY3" fmla="*/ 1335024 h 1335023"/>
            </a:gdLst>
            <a:ahLst/>
            <a:cxnLst>
              <a:cxn ang="0">
                <a:pos x="connsiteX0" y="connsiteY0"/>
              </a:cxn>
              <a:cxn ang="0">
                <a:pos x="connsiteX1" y="connsiteY1"/>
              </a:cxn>
              <a:cxn ang="0">
                <a:pos x="connsiteX2" y="connsiteY2"/>
              </a:cxn>
              <a:cxn ang="0">
                <a:pos x="connsiteX3" y="connsiteY3"/>
              </a:cxn>
            </a:cxnLst>
            <a:rect l="l" t="t" r="r" b="b"/>
            <a:pathLst>
              <a:path w="2194559" h="1335023">
                <a:moveTo>
                  <a:pt x="0" y="0"/>
                </a:moveTo>
                <a:lnTo>
                  <a:pt x="2194560" y="0"/>
                </a:lnTo>
                <a:lnTo>
                  <a:pt x="2194560" y="1335024"/>
                </a:lnTo>
                <a:lnTo>
                  <a:pt x="0" y="1335024"/>
                </a:lnTo>
                <a:close/>
              </a:path>
            </a:pathLst>
          </a:custGeom>
          <a:blipFill>
            <a:blip r:embed="rId5"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任意形状 7">
            <a:extLst>
              <a:ext uri="{FF2B5EF4-FFF2-40B4-BE49-F238E27FC236}">
                <a16:creationId xmlns:a16="http://schemas.microsoft.com/office/drawing/2014/main" id="{479C8F65-0254-04D6-9D1C-21019D03A2D3}"/>
              </a:ext>
            </a:extLst>
          </p:cNvPr>
          <p:cNvSpPr/>
          <p:nvPr/>
        </p:nvSpPr>
        <p:spPr>
          <a:xfrm>
            <a:off x="6238494" y="2782759"/>
            <a:ext cx="2194560" cy="1335024"/>
          </a:xfrm>
          <a:custGeom>
            <a:avLst/>
            <a:gdLst>
              <a:gd name="connsiteX0" fmla="*/ 0 w 2194560"/>
              <a:gd name="connsiteY0" fmla="*/ 0 h 1335023"/>
              <a:gd name="connsiteX1" fmla="*/ 2194560 w 2194560"/>
              <a:gd name="connsiteY1" fmla="*/ 0 h 1335023"/>
              <a:gd name="connsiteX2" fmla="*/ 2194560 w 2194560"/>
              <a:gd name="connsiteY2" fmla="*/ 1335024 h 1335023"/>
              <a:gd name="connsiteX3" fmla="*/ 0 w 2194560"/>
              <a:gd name="connsiteY3" fmla="*/ 1335024 h 1335023"/>
            </a:gdLst>
            <a:ahLst/>
            <a:cxnLst>
              <a:cxn ang="0">
                <a:pos x="connsiteX0" y="connsiteY0"/>
              </a:cxn>
              <a:cxn ang="0">
                <a:pos x="connsiteX1" y="connsiteY1"/>
              </a:cxn>
              <a:cxn ang="0">
                <a:pos x="connsiteX2" y="connsiteY2"/>
              </a:cxn>
              <a:cxn ang="0">
                <a:pos x="connsiteX3" y="connsiteY3"/>
              </a:cxn>
            </a:cxnLst>
            <a:rect l="l" t="t" r="r" b="b"/>
            <a:pathLst>
              <a:path w="2194560" h="1335023">
                <a:moveTo>
                  <a:pt x="0" y="0"/>
                </a:moveTo>
                <a:lnTo>
                  <a:pt x="2194560" y="0"/>
                </a:lnTo>
                <a:lnTo>
                  <a:pt x="2194560" y="1335024"/>
                </a:lnTo>
                <a:lnTo>
                  <a:pt x="0" y="1335024"/>
                </a:lnTo>
                <a:close/>
              </a:path>
            </a:pathLst>
          </a:custGeom>
          <a:blipFill>
            <a:blip r:embed="rId6" cstate="email">
              <a:extLst>
                <a:ext uri="{28A0092B-C50C-407E-A947-70E740481C1C}">
                  <a14:useLocalDpi xmlns:a14="http://schemas.microsoft.com/office/drawing/2010/main"/>
                </a:ext>
              </a:extLst>
            </a:blip>
            <a:stretch>
              <a:fillRect/>
            </a:stretch>
          </a:blipFill>
          <a:ln w="12700" cap="flat" cmpd="thickThin">
            <a:solidFill>
              <a:schemeClr val="bg1"/>
            </a:solidFill>
            <a:prstDash val="solid"/>
            <a:miter/>
          </a:ln>
          <a:effectLst/>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6" name="圆角矩形 15">
            <a:extLst>
              <a:ext uri="{FF2B5EF4-FFF2-40B4-BE49-F238E27FC236}">
                <a16:creationId xmlns:a16="http://schemas.microsoft.com/office/drawing/2014/main" id="{8241EC79-F117-4D76-67F6-BDF36EE23BA6}"/>
              </a:ext>
            </a:extLst>
          </p:cNvPr>
          <p:cNvSpPr/>
          <p:nvPr/>
        </p:nvSpPr>
        <p:spPr>
          <a:xfrm>
            <a:off x="75247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图片内容表述一</a:t>
            </a:r>
          </a:p>
        </p:txBody>
      </p:sp>
      <p:sp>
        <p:nvSpPr>
          <p:cNvPr id="17" name="圆角矩形 16">
            <a:extLst>
              <a:ext uri="{FF2B5EF4-FFF2-40B4-BE49-F238E27FC236}">
                <a16:creationId xmlns:a16="http://schemas.microsoft.com/office/drawing/2014/main" id="{2D7DF392-BF8E-2F61-FDBC-16A02D242187}"/>
              </a:ext>
            </a:extLst>
          </p:cNvPr>
          <p:cNvSpPr/>
          <p:nvPr/>
        </p:nvSpPr>
        <p:spPr>
          <a:xfrm>
            <a:off x="9175242" y="5650861"/>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圆角矩形 17">
            <a:extLst>
              <a:ext uri="{FF2B5EF4-FFF2-40B4-BE49-F238E27FC236}">
                <a16:creationId xmlns:a16="http://schemas.microsoft.com/office/drawing/2014/main" id="{65FD6431-B518-444E-83E8-B56588D77459}"/>
              </a:ext>
            </a:extLst>
          </p:cNvPr>
          <p:cNvSpPr/>
          <p:nvPr/>
        </p:nvSpPr>
        <p:spPr>
          <a:xfrm>
            <a:off x="6354414" y="5650861"/>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圆角矩形 18">
            <a:extLst>
              <a:ext uri="{FF2B5EF4-FFF2-40B4-BE49-F238E27FC236}">
                <a16:creationId xmlns:a16="http://schemas.microsoft.com/office/drawing/2014/main" id="{083C5306-E940-8CA5-5CD4-7F97C4183EC3}"/>
              </a:ext>
            </a:extLst>
          </p:cNvPr>
          <p:cNvSpPr/>
          <p:nvPr/>
        </p:nvSpPr>
        <p:spPr>
          <a:xfrm>
            <a:off x="3533586" y="5716615"/>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圆角矩形 19">
            <a:extLst>
              <a:ext uri="{FF2B5EF4-FFF2-40B4-BE49-F238E27FC236}">
                <a16:creationId xmlns:a16="http://schemas.microsoft.com/office/drawing/2014/main" id="{17747A21-90E0-C273-790D-F6F1A18BA378}"/>
              </a:ext>
            </a:extLst>
          </p:cNvPr>
          <p:cNvSpPr/>
          <p:nvPr/>
        </p:nvSpPr>
        <p:spPr>
          <a:xfrm>
            <a:off x="712758" y="5716615"/>
            <a:ext cx="2304000" cy="1440000"/>
          </a:xfrm>
          <a:prstGeom prst="roundRect">
            <a:avLst/>
          </a:prstGeom>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圆角矩形 20">
            <a:extLst>
              <a:ext uri="{FF2B5EF4-FFF2-40B4-BE49-F238E27FC236}">
                <a16:creationId xmlns:a16="http://schemas.microsoft.com/office/drawing/2014/main" id="{C241D70D-EE60-ED82-6913-AC3FE183C27D}"/>
              </a:ext>
            </a:extLst>
          </p:cNvPr>
          <p:cNvSpPr/>
          <p:nvPr/>
        </p:nvSpPr>
        <p:spPr>
          <a:xfrm>
            <a:off x="354682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图片内容表述二</a:t>
            </a:r>
          </a:p>
        </p:txBody>
      </p:sp>
      <p:sp>
        <p:nvSpPr>
          <p:cNvPr id="22" name="圆角矩形 21">
            <a:extLst>
              <a:ext uri="{FF2B5EF4-FFF2-40B4-BE49-F238E27FC236}">
                <a16:creationId xmlns:a16="http://schemas.microsoft.com/office/drawing/2014/main" id="{3A319C33-D9F7-6362-E5BD-D9FF4AE7FB05}"/>
              </a:ext>
            </a:extLst>
          </p:cNvPr>
          <p:cNvSpPr/>
          <p:nvPr/>
        </p:nvSpPr>
        <p:spPr>
          <a:xfrm>
            <a:off x="634117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图片内容表述三</a:t>
            </a:r>
          </a:p>
        </p:txBody>
      </p:sp>
      <p:sp>
        <p:nvSpPr>
          <p:cNvPr id="23" name="圆角矩形 22">
            <a:extLst>
              <a:ext uri="{FF2B5EF4-FFF2-40B4-BE49-F238E27FC236}">
                <a16:creationId xmlns:a16="http://schemas.microsoft.com/office/drawing/2014/main" id="{3B4FEEE3-1555-3380-FEF2-EB133A30C2DA}"/>
              </a:ext>
            </a:extLst>
          </p:cNvPr>
          <p:cNvSpPr/>
          <p:nvPr/>
        </p:nvSpPr>
        <p:spPr>
          <a:xfrm>
            <a:off x="9135525" y="4786056"/>
            <a:ext cx="2304000" cy="1440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400" dirty="0">
                <a:latin typeface="Alibaba PuHuiTi" pitchFamily="18" charset="-122"/>
                <a:ea typeface="Alibaba PuHuiTi" pitchFamily="18" charset="-122"/>
                <a:cs typeface="Alibaba PuHuiTi" pitchFamily="18" charset="-122"/>
              </a:rPr>
              <a:t>图片内容表述四</a:t>
            </a:r>
          </a:p>
        </p:txBody>
      </p:sp>
      <p:sp>
        <p:nvSpPr>
          <p:cNvPr id="3" name="文本框 2">
            <a:extLst>
              <a:ext uri="{FF2B5EF4-FFF2-40B4-BE49-F238E27FC236}">
                <a16:creationId xmlns:a16="http://schemas.microsoft.com/office/drawing/2014/main" id="{F50086B4-7122-D51E-B09B-B5294B6429DC}"/>
              </a:ext>
            </a:extLst>
          </p:cNvPr>
          <p:cNvSpPr txBox="1"/>
          <p:nvPr/>
        </p:nvSpPr>
        <p:spPr>
          <a:xfrm>
            <a:off x="240632" y="252662"/>
            <a:ext cx="5601368" cy="707886"/>
          </a:xfrm>
          <a:prstGeom prst="rect">
            <a:avLst/>
          </a:prstGeom>
          <a:noFill/>
        </p:spPr>
        <p:txBody>
          <a:bodyPr wrap="square" rtlCol="0">
            <a:spAutoFit/>
          </a:bodyPr>
          <a:lstStyle/>
          <a:p>
            <a:r>
              <a:rPr kumimoji="1" lang="zh-CN" altLang="en-US" sz="4000" dirty="0">
                <a:solidFill>
                  <a:schemeClr val="accent1"/>
                </a:solidFill>
                <a:latin typeface="Alibaba PuHuiTi" pitchFamily="18" charset="-122"/>
                <a:ea typeface="Alibaba PuHuiTi" pitchFamily="18" charset="-122"/>
                <a:cs typeface="Alibaba PuHuiTi" pitchFamily="18" charset="-122"/>
              </a:rPr>
              <a:t>本页标题</a:t>
            </a:r>
          </a:p>
        </p:txBody>
      </p:sp>
    </p:spTree>
    <p:extLst>
      <p:ext uri="{BB962C8B-B14F-4D97-AF65-F5344CB8AC3E}">
        <p14:creationId xmlns:p14="http://schemas.microsoft.com/office/powerpoint/2010/main" val="2062879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8F8C50E-0CA1-4177-47D6-19D29CD26B82}"/>
              </a:ext>
            </a:extLst>
          </p:cNvPr>
          <p:cNvSpPr/>
          <p:nvPr/>
        </p:nvSpPr>
        <p:spPr>
          <a:xfrm>
            <a:off x="0" y="0"/>
            <a:ext cx="12192000" cy="6858000"/>
          </a:xfrm>
          <a:prstGeom prst="rect">
            <a:avLst/>
          </a:prstGeom>
          <a:blipFill>
            <a:blip r:embed="rId3" cstate="email">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5" name="矩形 4">
            <a:extLst>
              <a:ext uri="{FF2B5EF4-FFF2-40B4-BE49-F238E27FC236}">
                <a16:creationId xmlns:a16="http://schemas.microsoft.com/office/drawing/2014/main" id="{93B1435A-037D-3587-AF39-B4B2C5610ED6}"/>
              </a:ext>
            </a:extLst>
          </p:cNvPr>
          <p:cNvSpPr/>
          <p:nvPr/>
        </p:nvSpPr>
        <p:spPr>
          <a:xfrm rot="16200000" flipH="1">
            <a:off x="4606414" y="-3574025"/>
            <a:ext cx="2979171" cy="12192002"/>
          </a:xfrm>
          <a:prstGeom prst="rect">
            <a:avLst/>
          </a:prstGeom>
          <a:gradFill>
            <a:gsLst>
              <a:gs pos="0">
                <a:schemeClr val="accent2">
                  <a:lumMod val="20000"/>
                  <a:lumOff val="80000"/>
                  <a:alpha val="0"/>
                </a:schemeClr>
              </a:gs>
              <a:gs pos="80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6" name="文本框 5">
            <a:extLst>
              <a:ext uri="{FF2B5EF4-FFF2-40B4-BE49-F238E27FC236}">
                <a16:creationId xmlns:a16="http://schemas.microsoft.com/office/drawing/2014/main" id="{A74794C5-22B0-1FDC-EF9C-3B20AE84E8C1}"/>
              </a:ext>
            </a:extLst>
          </p:cNvPr>
          <p:cNvSpPr txBox="1"/>
          <p:nvPr/>
        </p:nvSpPr>
        <p:spPr>
          <a:xfrm>
            <a:off x="525162" y="2014144"/>
            <a:ext cx="10140986" cy="1015663"/>
          </a:xfrm>
          <a:prstGeom prst="rect">
            <a:avLst/>
          </a:prstGeom>
          <a:noFill/>
        </p:spPr>
        <p:txBody>
          <a:bodyPr wrap="square" rtlCol="0">
            <a:spAutoFit/>
          </a:bodyPr>
          <a:lstStyle/>
          <a:p>
            <a:r>
              <a:rPr kumimoji="1" lang="zh-CN" altLang="en-US" sz="6000" b="1" dirty="0">
                <a:solidFill>
                  <a:schemeClr val="bg1"/>
                </a:solidFill>
                <a:latin typeface="Alibaba PuHuiTi" pitchFamily="18" charset="-122"/>
                <a:ea typeface="Alibaba PuHuiTi" pitchFamily="18" charset="-122"/>
                <a:cs typeface="Alibaba PuHuiTi" pitchFamily="18" charset="-122"/>
              </a:rPr>
              <a:t>感谢观看</a:t>
            </a:r>
          </a:p>
        </p:txBody>
      </p:sp>
    </p:spTree>
    <p:extLst>
      <p:ext uri="{BB962C8B-B14F-4D97-AF65-F5344CB8AC3E}">
        <p14:creationId xmlns:p14="http://schemas.microsoft.com/office/powerpoint/2010/main" val="2680885137"/>
      </p:ext>
    </p:extLst>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6282</TotalTime>
  <Words>3677</Words>
  <Application>Microsoft Macintosh PowerPoint</Application>
  <PresentationFormat>宽屏</PresentationFormat>
  <Paragraphs>594</Paragraphs>
  <Slides>25</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等线</vt:lpstr>
      <vt:lpstr>Alibaba PuHuiTi</vt:lpstr>
      <vt:lpstr>Arial</vt:lpstr>
      <vt:lpstr>Calibri</vt:lpstr>
      <vt:lpstr>Calibri Light</vt:lpstr>
      <vt:lpstr>Times New Roman</vt:lpstr>
      <vt:lpstr>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k20566</dc:creator>
  <cp:lastModifiedBy>k20566</cp:lastModifiedBy>
  <cp:revision>17</cp:revision>
  <dcterms:created xsi:type="dcterms:W3CDTF">2026-07-04T01:31:42Z</dcterms:created>
  <dcterms:modified xsi:type="dcterms:W3CDTF">2026-07-10T08:51:28Z</dcterms:modified>
</cp:coreProperties>
</file>